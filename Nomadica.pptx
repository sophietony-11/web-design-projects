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2"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Fredoka" panose="020B0604020202020204" charset="-79"/>
      <p:regular r:id="rId18"/>
      <p:bold r:id="rId19"/>
    </p:embeddedFont>
    <p:embeddedFont>
      <p:font typeface="Fredoka Medium" panose="020B0604020202020204" charset="-79"/>
      <p:regular r:id="rId20"/>
      <p:bold r:id="rId21"/>
    </p:embeddedFont>
    <p:embeddedFont>
      <p:font typeface="Fredoka SemiBold" panose="020B0604020202020204" charset="-79"/>
      <p:regular r:id="rId22"/>
      <p:bold r:id="rId23"/>
    </p:embeddedFont>
    <p:embeddedFont>
      <p:font typeface="Inter"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3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7e2a0154e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7e2a0154e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7e2a0154ee_0_3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7e2a0154ee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7e2e504d13_2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7e2e504d13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7e2a0154ee_0_3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7e2a0154ee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7e2a0154ee_0_3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37e2a0154ee_0_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7e2a0154ee_0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37e2a0154ee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7e2e504d13_2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7e2e504d13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7e2e504d13_2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7e2e504d13_2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7e2e504d13_2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37e2e504d13_2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7e2a0154ee_0_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37e2a0154ee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7e2a0154ee_0_3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37e2a0154ee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7e2e504d13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7e2e504d13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7e2e504d13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37e2e504d1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8a8d036bc4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38a8d036bc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8a8d036bc4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38a8d036bc4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 Alt 2">
  <p:cSld name="BLANK_3">
    <p:bg>
      <p:bgPr>
        <a:gradFill>
          <a:gsLst>
            <a:gs pos="0">
              <a:schemeClr val="dk1"/>
            </a:gs>
            <a:gs pos="50000">
              <a:schemeClr val="dk1"/>
            </a:gs>
            <a:gs pos="100000">
              <a:schemeClr val="accent4"/>
            </a:gs>
          </a:gsLst>
          <a:lin ang="8099331" scaled="0"/>
        </a:gra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5619252" y="286200"/>
            <a:ext cx="3240146" cy="4571250"/>
            <a:chOff x="5619252" y="286200"/>
            <a:chExt cx="3240146" cy="4571250"/>
          </a:xfrm>
        </p:grpSpPr>
        <p:sp>
          <p:nvSpPr>
            <p:cNvPr id="11" name="Google Shape;11;p2"/>
            <p:cNvSpPr/>
            <p:nvPr/>
          </p:nvSpPr>
          <p:spPr>
            <a:xfrm>
              <a:off x="5619364" y="1450650"/>
              <a:ext cx="3240000" cy="2242200"/>
            </a:xfrm>
            <a:prstGeom prst="roundRect">
              <a:avLst>
                <a:gd name="adj" fmla="val 22766"/>
              </a:avLst>
            </a:prstGeom>
            <a:solidFill>
              <a:schemeClr val="accent6"/>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12" name="Google Shape;12;p2"/>
            <p:cNvSpPr/>
            <p:nvPr/>
          </p:nvSpPr>
          <p:spPr>
            <a:xfrm>
              <a:off x="5619364" y="286200"/>
              <a:ext cx="2209800" cy="1164600"/>
            </a:xfrm>
            <a:prstGeom prst="roundRect">
              <a:avLst>
                <a:gd name="adj" fmla="val 34063"/>
              </a:avLst>
            </a:prstGeom>
            <a:solidFill>
              <a:schemeClr val="accent6"/>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13" name="Google Shape;13;p2"/>
            <p:cNvSpPr/>
            <p:nvPr/>
          </p:nvSpPr>
          <p:spPr>
            <a:xfrm>
              <a:off x="7829198" y="286200"/>
              <a:ext cx="1030200" cy="1164600"/>
            </a:xfrm>
            <a:prstGeom prst="roundRect">
              <a:avLst>
                <a:gd name="adj" fmla="val 34561"/>
              </a:avLst>
            </a:prstGeom>
            <a:solidFill>
              <a:schemeClr val="accent6"/>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14" name="Google Shape;14;p2"/>
            <p:cNvSpPr/>
            <p:nvPr/>
          </p:nvSpPr>
          <p:spPr>
            <a:xfrm>
              <a:off x="5619252" y="3692850"/>
              <a:ext cx="1620000" cy="1164600"/>
            </a:xfrm>
            <a:prstGeom prst="roundRect">
              <a:avLst>
                <a:gd name="adj" fmla="val 34561"/>
              </a:avLst>
            </a:prstGeom>
            <a:solidFill>
              <a:schemeClr val="accent6"/>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15" name="Google Shape;15;p2"/>
            <p:cNvSpPr/>
            <p:nvPr/>
          </p:nvSpPr>
          <p:spPr>
            <a:xfrm>
              <a:off x="7239296" y="3692850"/>
              <a:ext cx="1620000" cy="1164600"/>
            </a:xfrm>
            <a:prstGeom prst="roundRect">
              <a:avLst>
                <a:gd name="adj" fmla="val 34561"/>
              </a:avLst>
            </a:prstGeom>
            <a:solidFill>
              <a:schemeClr val="accent6"/>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grpSp>
      <p:sp>
        <p:nvSpPr>
          <p:cNvPr id="16" name="Google Shape;16;p2"/>
          <p:cNvSpPr txBox="1">
            <a:spLocks noGrp="1"/>
          </p:cNvSpPr>
          <p:nvPr>
            <p:ph type="title"/>
          </p:nvPr>
        </p:nvSpPr>
        <p:spPr>
          <a:xfrm>
            <a:off x="646500" y="648000"/>
            <a:ext cx="4972800" cy="19923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1pPr>
            <a:lvl2pPr lvl="1">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2pPr>
            <a:lvl3pPr lvl="2">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3pPr>
            <a:lvl4pPr lvl="3">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4pPr>
            <a:lvl5pPr lvl="4">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5pPr>
            <a:lvl6pPr lvl="5">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6pPr>
            <a:lvl7pPr lvl="6">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7pPr>
            <a:lvl8pPr lvl="7">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8pPr>
            <a:lvl9pPr lvl="8">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9pPr>
          </a:lstStyle>
          <a:p>
            <a:endParaRPr/>
          </a:p>
        </p:txBody>
      </p:sp>
      <p:sp>
        <p:nvSpPr>
          <p:cNvPr id="17" name="Google Shape;17;p2"/>
          <p:cNvSpPr txBox="1">
            <a:spLocks noGrp="1"/>
          </p:cNvSpPr>
          <p:nvPr>
            <p:ph type="subTitle" idx="1"/>
          </p:nvPr>
        </p:nvSpPr>
        <p:spPr>
          <a:xfrm>
            <a:off x="646500" y="4152550"/>
            <a:ext cx="1581600" cy="356100"/>
          </a:xfrm>
          <a:prstGeom prst="rect">
            <a:avLst/>
          </a:prstGeom>
        </p:spPr>
        <p:txBody>
          <a:bodyPr spcFirstLastPara="1" wrap="square" lIns="0" tIns="91425" rIns="91425" bIns="0" anchor="t" anchorCtr="0">
            <a:noAutofit/>
          </a:bodyPr>
          <a:lstStyle>
            <a:lvl1pPr lvl="0">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1pPr>
            <a:lvl2pPr lvl="1">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2pPr>
            <a:lvl3pPr lvl="2">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3pPr>
            <a:lvl4pPr lvl="3">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4pPr>
            <a:lvl5pPr lvl="4">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5pPr>
            <a:lvl6pPr lvl="5">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6pPr>
            <a:lvl7pPr lvl="6">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7pPr>
            <a:lvl8pPr lvl="7">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8pPr>
            <a:lvl9pPr lvl="8">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9pPr>
          </a:lstStyle>
          <a:p>
            <a:endParaRPr/>
          </a:p>
        </p:txBody>
      </p:sp>
      <p:pic>
        <p:nvPicPr>
          <p:cNvPr id="18" name="Google Shape;18;p2" descr="A blue lightning shape"/>
          <p:cNvPicPr preferRelativeResize="0"/>
          <p:nvPr/>
        </p:nvPicPr>
        <p:blipFill rotWithShape="1">
          <a:blip r:embed="rId2">
            <a:alphaModFix/>
          </a:blip>
          <a:srcRect t="-385" b="12804"/>
          <a:stretch/>
        </p:blipFill>
        <p:spPr>
          <a:xfrm>
            <a:off x="4138675" y="2962150"/>
            <a:ext cx="1648299" cy="2181349"/>
          </a:xfrm>
          <a:prstGeom prst="rect">
            <a:avLst/>
          </a:prstGeom>
          <a:noFill/>
          <a:ln>
            <a:noFill/>
          </a:ln>
        </p:spPr>
      </p:pic>
      <p:pic>
        <p:nvPicPr>
          <p:cNvPr id="19" name="Google Shape;19;p2" descr="A red plus sign"/>
          <p:cNvPicPr preferRelativeResize="0"/>
          <p:nvPr/>
        </p:nvPicPr>
        <p:blipFill>
          <a:blip r:embed="rId3">
            <a:alphaModFix/>
          </a:blip>
          <a:stretch>
            <a:fillRect/>
          </a:stretch>
        </p:blipFill>
        <p:spPr>
          <a:xfrm rot="711813">
            <a:off x="5690316" y="515288"/>
            <a:ext cx="2575325" cy="2652929"/>
          </a:xfrm>
          <a:prstGeom prst="rect">
            <a:avLst/>
          </a:prstGeom>
          <a:noFill/>
          <a:ln>
            <a:noFill/>
          </a:ln>
        </p:spPr>
      </p:pic>
      <p:pic>
        <p:nvPicPr>
          <p:cNvPr id="20" name="Google Shape;20;p2" descr="A purple triangle"/>
          <p:cNvPicPr preferRelativeResize="0"/>
          <p:nvPr/>
        </p:nvPicPr>
        <p:blipFill>
          <a:blip r:embed="rId4">
            <a:alphaModFix/>
          </a:blip>
          <a:stretch>
            <a:fillRect/>
          </a:stretch>
        </p:blipFill>
        <p:spPr>
          <a:xfrm rot="5085068">
            <a:off x="8094175" y="564950"/>
            <a:ext cx="527900" cy="5224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 Alt 1">
  <p:cSld name="BLANK_1_2">
    <p:bg>
      <p:bgPr>
        <a:solidFill>
          <a:schemeClr val="accent6"/>
        </a:solidFill>
        <a:effectLst/>
      </p:bgPr>
    </p:bg>
    <p:spTree>
      <p:nvGrpSpPr>
        <p:cNvPr id="1" name="Shape 21"/>
        <p:cNvGrpSpPr/>
        <p:nvPr/>
      </p:nvGrpSpPr>
      <p:grpSpPr>
        <a:xfrm>
          <a:off x="0" y="0"/>
          <a:ext cx="0" cy="0"/>
          <a:chOff x="0" y="0"/>
          <a:chExt cx="0" cy="0"/>
        </a:xfrm>
      </p:grpSpPr>
      <p:sp>
        <p:nvSpPr>
          <p:cNvPr id="22" name="Google Shape;22;p3"/>
          <p:cNvSpPr/>
          <p:nvPr/>
        </p:nvSpPr>
        <p:spPr>
          <a:xfrm>
            <a:off x="284700" y="286200"/>
            <a:ext cx="4240500" cy="2957700"/>
          </a:xfrm>
          <a:prstGeom prst="roundRect">
            <a:avLst>
              <a:gd name="adj" fmla="val 15340"/>
            </a:avLst>
          </a:prstGeom>
          <a:solidFill>
            <a:schemeClr val="dk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23" name="Google Shape;23;p3"/>
          <p:cNvSpPr/>
          <p:nvPr/>
        </p:nvSpPr>
        <p:spPr>
          <a:xfrm>
            <a:off x="284700" y="3243900"/>
            <a:ext cx="4240500" cy="1609200"/>
          </a:xfrm>
          <a:prstGeom prst="roundRect">
            <a:avLst>
              <a:gd name="adj" fmla="val 20572"/>
            </a:avLst>
          </a:prstGeom>
          <a:gradFill>
            <a:gsLst>
              <a:gs pos="0">
                <a:schemeClr val="dk1"/>
              </a:gs>
              <a:gs pos="50000">
                <a:schemeClr val="dk1"/>
              </a:gs>
              <a:gs pos="100000">
                <a:schemeClr val="accent4"/>
              </a:gs>
            </a:gsLst>
            <a:lin ang="8100019" scaled="0"/>
          </a:gra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24" name="Google Shape;24;p3"/>
          <p:cNvSpPr txBox="1">
            <a:spLocks noGrp="1"/>
          </p:cNvSpPr>
          <p:nvPr>
            <p:ph type="subTitle" idx="1"/>
          </p:nvPr>
        </p:nvSpPr>
        <p:spPr>
          <a:xfrm>
            <a:off x="5204389" y="286225"/>
            <a:ext cx="3654900" cy="1142700"/>
          </a:xfrm>
          <a:prstGeom prst="rect">
            <a:avLst/>
          </a:prstGeom>
        </p:spPr>
        <p:txBody>
          <a:bodyPr spcFirstLastPara="1" wrap="square" lIns="393175" tIns="0" rIns="274300" bIns="0" anchor="t" anchorCtr="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a:endParaRPr/>
          </a:p>
        </p:txBody>
      </p:sp>
      <p:sp>
        <p:nvSpPr>
          <p:cNvPr id="25" name="Google Shape;25;p3"/>
          <p:cNvSpPr txBox="1">
            <a:spLocks noGrp="1"/>
          </p:cNvSpPr>
          <p:nvPr>
            <p:ph type="subTitle" idx="2"/>
          </p:nvPr>
        </p:nvSpPr>
        <p:spPr>
          <a:xfrm>
            <a:off x="5204364" y="1434825"/>
            <a:ext cx="3654900" cy="1142700"/>
          </a:xfrm>
          <a:prstGeom prst="rect">
            <a:avLst/>
          </a:prstGeom>
        </p:spPr>
        <p:txBody>
          <a:bodyPr spcFirstLastPara="1" wrap="square" lIns="393175" tIns="0" rIns="274300" bIns="0" anchor="t" anchorCtr="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a:endParaRPr/>
          </a:p>
        </p:txBody>
      </p:sp>
      <p:sp>
        <p:nvSpPr>
          <p:cNvPr id="26" name="Google Shape;26;p3"/>
          <p:cNvSpPr txBox="1">
            <a:spLocks noGrp="1"/>
          </p:cNvSpPr>
          <p:nvPr>
            <p:ph type="subTitle" idx="3"/>
          </p:nvPr>
        </p:nvSpPr>
        <p:spPr>
          <a:xfrm>
            <a:off x="5204376" y="2583425"/>
            <a:ext cx="3654900" cy="1142700"/>
          </a:xfrm>
          <a:prstGeom prst="rect">
            <a:avLst/>
          </a:prstGeom>
        </p:spPr>
        <p:txBody>
          <a:bodyPr spcFirstLastPara="1" wrap="square" lIns="393175" tIns="0" rIns="274300" bIns="0" anchor="t" anchorCtr="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a:endParaRPr/>
          </a:p>
        </p:txBody>
      </p:sp>
      <p:sp>
        <p:nvSpPr>
          <p:cNvPr id="27" name="Google Shape;27;p3"/>
          <p:cNvSpPr txBox="1">
            <a:spLocks noGrp="1"/>
          </p:cNvSpPr>
          <p:nvPr>
            <p:ph type="subTitle" idx="4"/>
          </p:nvPr>
        </p:nvSpPr>
        <p:spPr>
          <a:xfrm>
            <a:off x="5204351" y="3732025"/>
            <a:ext cx="3654900" cy="1142700"/>
          </a:xfrm>
          <a:prstGeom prst="rect">
            <a:avLst/>
          </a:prstGeom>
        </p:spPr>
        <p:txBody>
          <a:bodyPr spcFirstLastPara="1" wrap="square" lIns="393175" tIns="0" rIns="274300" bIns="0" anchor="t" anchorCtr="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a:endParaRPr/>
          </a:p>
        </p:txBody>
      </p:sp>
      <p:sp>
        <p:nvSpPr>
          <p:cNvPr id="28" name="Google Shape;28;p3"/>
          <p:cNvSpPr txBox="1">
            <a:spLocks noGrp="1"/>
          </p:cNvSpPr>
          <p:nvPr>
            <p:ph type="subTitle" idx="5"/>
          </p:nvPr>
        </p:nvSpPr>
        <p:spPr>
          <a:xfrm>
            <a:off x="4525200" y="286175"/>
            <a:ext cx="673500" cy="1142700"/>
          </a:xfrm>
          <a:prstGeom prst="rect">
            <a:avLst/>
          </a:prstGeom>
        </p:spPr>
        <p:txBody>
          <a:bodyPr spcFirstLastPara="1" wrap="square" lIns="0" tIns="0" rIns="0" bIns="0" anchor="t" anchorCtr="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a:endParaRPr/>
          </a:p>
        </p:txBody>
      </p:sp>
      <p:sp>
        <p:nvSpPr>
          <p:cNvPr id="29" name="Google Shape;29;p3"/>
          <p:cNvSpPr txBox="1">
            <a:spLocks noGrp="1"/>
          </p:cNvSpPr>
          <p:nvPr>
            <p:ph type="subTitle" idx="6"/>
          </p:nvPr>
        </p:nvSpPr>
        <p:spPr>
          <a:xfrm>
            <a:off x="4525200" y="1434825"/>
            <a:ext cx="673500" cy="1142700"/>
          </a:xfrm>
          <a:prstGeom prst="rect">
            <a:avLst/>
          </a:prstGeom>
        </p:spPr>
        <p:txBody>
          <a:bodyPr spcFirstLastPara="1" wrap="square" lIns="0" tIns="0" rIns="0" bIns="0" anchor="t" anchorCtr="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a:endParaRPr/>
          </a:p>
        </p:txBody>
      </p:sp>
      <p:sp>
        <p:nvSpPr>
          <p:cNvPr id="30" name="Google Shape;30;p3"/>
          <p:cNvSpPr txBox="1">
            <a:spLocks noGrp="1"/>
          </p:cNvSpPr>
          <p:nvPr>
            <p:ph type="subTitle" idx="7"/>
          </p:nvPr>
        </p:nvSpPr>
        <p:spPr>
          <a:xfrm>
            <a:off x="4528025" y="2571725"/>
            <a:ext cx="673500" cy="1142700"/>
          </a:xfrm>
          <a:prstGeom prst="rect">
            <a:avLst/>
          </a:prstGeom>
        </p:spPr>
        <p:txBody>
          <a:bodyPr spcFirstLastPara="1" wrap="square" lIns="0" tIns="0" rIns="0" bIns="0" anchor="t" anchorCtr="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a:endParaRPr/>
          </a:p>
        </p:txBody>
      </p:sp>
      <p:sp>
        <p:nvSpPr>
          <p:cNvPr id="31" name="Google Shape;31;p3"/>
          <p:cNvSpPr txBox="1">
            <a:spLocks noGrp="1"/>
          </p:cNvSpPr>
          <p:nvPr>
            <p:ph type="subTitle" idx="8"/>
          </p:nvPr>
        </p:nvSpPr>
        <p:spPr>
          <a:xfrm>
            <a:off x="4528025" y="3720375"/>
            <a:ext cx="673500" cy="1142700"/>
          </a:xfrm>
          <a:prstGeom prst="rect">
            <a:avLst/>
          </a:prstGeom>
        </p:spPr>
        <p:txBody>
          <a:bodyPr spcFirstLastPara="1" wrap="square" lIns="0" tIns="0" rIns="0" bIns="0" anchor="t" anchorCtr="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a:endParaRPr/>
          </a:p>
        </p:txBody>
      </p:sp>
      <p:sp>
        <p:nvSpPr>
          <p:cNvPr id="32" name="Google Shape;32;p3"/>
          <p:cNvSpPr txBox="1">
            <a:spLocks noGrp="1"/>
          </p:cNvSpPr>
          <p:nvPr>
            <p:ph type="title"/>
          </p:nvPr>
        </p:nvSpPr>
        <p:spPr>
          <a:xfrm>
            <a:off x="655500" y="648000"/>
            <a:ext cx="3498900" cy="1283700"/>
          </a:xfrm>
          <a:prstGeom prst="rect">
            <a:avLst/>
          </a:prstGeom>
        </p:spPr>
        <p:txBody>
          <a:bodyPr spcFirstLastPara="1" wrap="square" lIns="0" tIns="0" rIns="0" bIns="0" anchor="t" anchorCtr="0">
            <a:noAutofit/>
          </a:bodyPr>
          <a:lstStyle>
            <a:lvl1pPr lvl="0">
              <a:lnSpc>
                <a:spcPct val="85000"/>
              </a:lnSpc>
              <a:spcBef>
                <a:spcPts val="0"/>
              </a:spcBef>
              <a:spcAft>
                <a:spcPts val="0"/>
              </a:spcAft>
              <a:buClr>
                <a:schemeClr val="accent2"/>
              </a:buClr>
              <a:buSzPts val="4800"/>
              <a:buFont typeface="Fredoka Medium"/>
              <a:buNone/>
              <a:defRPr sz="4800">
                <a:solidFill>
                  <a:schemeClr val="accent2"/>
                </a:solidFill>
              </a:defRPr>
            </a:lvl1pPr>
            <a:lvl2pPr lvl="1">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2pPr>
            <a:lvl3pPr lvl="2">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3pPr>
            <a:lvl4pPr lvl="3">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4pPr>
            <a:lvl5pPr lvl="4">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5pPr>
            <a:lvl6pPr lvl="5">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6pPr>
            <a:lvl7pPr lvl="6">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7pPr>
            <a:lvl8pPr lvl="7">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8pPr>
            <a:lvl9pPr lvl="8">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 Alt 1">
  <p:cSld name="BLANK_1_1_1_1_1_1">
    <p:bg>
      <p:bgPr>
        <a:gradFill>
          <a:gsLst>
            <a:gs pos="0">
              <a:schemeClr val="dk1"/>
            </a:gs>
            <a:gs pos="60000">
              <a:schemeClr val="accent6"/>
            </a:gs>
            <a:gs pos="100000">
              <a:schemeClr val="accent4"/>
            </a:gs>
          </a:gsLst>
          <a:path path="circle">
            <a:fillToRect l="50000" t="50000" r="50000" b="50000"/>
          </a:path>
          <a:tileRect/>
        </a:gradFill>
        <a:effectLst/>
      </p:bgPr>
    </p:bg>
    <p:spTree>
      <p:nvGrpSpPr>
        <p:cNvPr id="1" name="Shape 33"/>
        <p:cNvGrpSpPr/>
        <p:nvPr/>
      </p:nvGrpSpPr>
      <p:grpSpPr>
        <a:xfrm>
          <a:off x="0" y="0"/>
          <a:ext cx="0" cy="0"/>
          <a:chOff x="0" y="0"/>
          <a:chExt cx="0" cy="0"/>
        </a:xfrm>
      </p:grpSpPr>
      <p:sp>
        <p:nvSpPr>
          <p:cNvPr id="34" name="Google Shape;34;p4" descr="A red ball made out of wool. "/>
          <p:cNvSpPr/>
          <p:nvPr/>
        </p:nvSpPr>
        <p:spPr>
          <a:xfrm>
            <a:off x="3739075" y="3531125"/>
            <a:ext cx="5120425" cy="1326352"/>
          </a:xfrm>
          <a:custGeom>
            <a:avLst/>
            <a:gdLst/>
            <a:ahLst/>
            <a:cxnLst/>
            <a:rect l="l" t="t" r="r" b="b"/>
            <a:pathLst>
              <a:path w="96799" h="25074" extrusionOk="0">
                <a:moveTo>
                  <a:pt x="91875" y="0"/>
                </a:moveTo>
                <a:lnTo>
                  <a:pt x="91603" y="23"/>
                </a:lnTo>
                <a:lnTo>
                  <a:pt x="91331" y="46"/>
                </a:lnTo>
                <a:lnTo>
                  <a:pt x="91058" y="91"/>
                </a:lnTo>
                <a:lnTo>
                  <a:pt x="3858" y="15498"/>
                </a:lnTo>
                <a:lnTo>
                  <a:pt x="3426" y="15589"/>
                </a:lnTo>
                <a:lnTo>
                  <a:pt x="3041" y="15725"/>
                </a:lnTo>
                <a:lnTo>
                  <a:pt x="2655" y="15906"/>
                </a:lnTo>
                <a:lnTo>
                  <a:pt x="2292" y="16088"/>
                </a:lnTo>
                <a:lnTo>
                  <a:pt x="1951" y="16315"/>
                </a:lnTo>
                <a:lnTo>
                  <a:pt x="1634" y="16587"/>
                </a:lnTo>
                <a:lnTo>
                  <a:pt x="1339" y="16859"/>
                </a:lnTo>
                <a:lnTo>
                  <a:pt x="1089" y="17154"/>
                </a:lnTo>
                <a:lnTo>
                  <a:pt x="840" y="17495"/>
                </a:lnTo>
                <a:lnTo>
                  <a:pt x="613" y="17835"/>
                </a:lnTo>
                <a:lnTo>
                  <a:pt x="431" y="18198"/>
                </a:lnTo>
                <a:lnTo>
                  <a:pt x="272" y="18561"/>
                </a:lnTo>
                <a:lnTo>
                  <a:pt x="159" y="18970"/>
                </a:lnTo>
                <a:lnTo>
                  <a:pt x="68" y="19355"/>
                </a:lnTo>
                <a:lnTo>
                  <a:pt x="0" y="19787"/>
                </a:lnTo>
                <a:lnTo>
                  <a:pt x="0" y="20195"/>
                </a:lnTo>
                <a:lnTo>
                  <a:pt x="0" y="20263"/>
                </a:lnTo>
                <a:lnTo>
                  <a:pt x="23" y="20762"/>
                </a:lnTo>
                <a:lnTo>
                  <a:pt x="91" y="21239"/>
                </a:lnTo>
                <a:lnTo>
                  <a:pt x="204" y="21693"/>
                </a:lnTo>
                <a:lnTo>
                  <a:pt x="363" y="22146"/>
                </a:lnTo>
                <a:lnTo>
                  <a:pt x="567" y="22555"/>
                </a:lnTo>
                <a:lnTo>
                  <a:pt x="817" y="22963"/>
                </a:lnTo>
                <a:lnTo>
                  <a:pt x="1089" y="23326"/>
                </a:lnTo>
                <a:lnTo>
                  <a:pt x="1407" y="23667"/>
                </a:lnTo>
                <a:lnTo>
                  <a:pt x="1747" y="23984"/>
                </a:lnTo>
                <a:lnTo>
                  <a:pt x="2110" y="24257"/>
                </a:lnTo>
                <a:lnTo>
                  <a:pt x="2519" y="24506"/>
                </a:lnTo>
                <a:lnTo>
                  <a:pt x="2927" y="24711"/>
                </a:lnTo>
                <a:lnTo>
                  <a:pt x="3381" y="24869"/>
                </a:lnTo>
                <a:lnTo>
                  <a:pt x="3835" y="24983"/>
                </a:lnTo>
                <a:lnTo>
                  <a:pt x="4311" y="25051"/>
                </a:lnTo>
                <a:lnTo>
                  <a:pt x="4788" y="25074"/>
                </a:lnTo>
                <a:lnTo>
                  <a:pt x="92011" y="25074"/>
                </a:lnTo>
                <a:lnTo>
                  <a:pt x="92488" y="25051"/>
                </a:lnTo>
                <a:lnTo>
                  <a:pt x="92964" y="24983"/>
                </a:lnTo>
                <a:lnTo>
                  <a:pt x="93441" y="24869"/>
                </a:lnTo>
                <a:lnTo>
                  <a:pt x="93872" y="24711"/>
                </a:lnTo>
                <a:lnTo>
                  <a:pt x="94303" y="24506"/>
                </a:lnTo>
                <a:lnTo>
                  <a:pt x="94689" y="24257"/>
                </a:lnTo>
                <a:lnTo>
                  <a:pt x="95052" y="23984"/>
                </a:lnTo>
                <a:lnTo>
                  <a:pt x="95392" y="23667"/>
                </a:lnTo>
                <a:lnTo>
                  <a:pt x="95710" y="23326"/>
                </a:lnTo>
                <a:lnTo>
                  <a:pt x="95982" y="22963"/>
                </a:lnTo>
                <a:lnTo>
                  <a:pt x="96232" y="22555"/>
                </a:lnTo>
                <a:lnTo>
                  <a:pt x="96436" y="22146"/>
                </a:lnTo>
                <a:lnTo>
                  <a:pt x="96595" y="21693"/>
                </a:lnTo>
                <a:lnTo>
                  <a:pt x="96708" y="21239"/>
                </a:lnTo>
                <a:lnTo>
                  <a:pt x="96776" y="20762"/>
                </a:lnTo>
                <a:lnTo>
                  <a:pt x="96799" y="20263"/>
                </a:lnTo>
                <a:lnTo>
                  <a:pt x="96799" y="4811"/>
                </a:lnTo>
                <a:lnTo>
                  <a:pt x="96799" y="4538"/>
                </a:lnTo>
                <a:lnTo>
                  <a:pt x="96776" y="4243"/>
                </a:lnTo>
                <a:lnTo>
                  <a:pt x="96731" y="3971"/>
                </a:lnTo>
                <a:lnTo>
                  <a:pt x="96686" y="3721"/>
                </a:lnTo>
                <a:lnTo>
                  <a:pt x="96617" y="3449"/>
                </a:lnTo>
                <a:lnTo>
                  <a:pt x="96527" y="3200"/>
                </a:lnTo>
                <a:lnTo>
                  <a:pt x="96436" y="2950"/>
                </a:lnTo>
                <a:lnTo>
                  <a:pt x="96323" y="2700"/>
                </a:lnTo>
                <a:lnTo>
                  <a:pt x="96209" y="2473"/>
                </a:lnTo>
                <a:lnTo>
                  <a:pt x="96073" y="2247"/>
                </a:lnTo>
                <a:lnTo>
                  <a:pt x="95937" y="2042"/>
                </a:lnTo>
                <a:lnTo>
                  <a:pt x="95778" y="1838"/>
                </a:lnTo>
                <a:lnTo>
                  <a:pt x="95596" y="1634"/>
                </a:lnTo>
                <a:lnTo>
                  <a:pt x="95438" y="1430"/>
                </a:lnTo>
                <a:lnTo>
                  <a:pt x="95233" y="1271"/>
                </a:lnTo>
                <a:lnTo>
                  <a:pt x="95052" y="1089"/>
                </a:lnTo>
                <a:lnTo>
                  <a:pt x="94848" y="931"/>
                </a:lnTo>
                <a:lnTo>
                  <a:pt x="94621" y="794"/>
                </a:lnTo>
                <a:lnTo>
                  <a:pt x="94416" y="658"/>
                </a:lnTo>
                <a:lnTo>
                  <a:pt x="94190" y="522"/>
                </a:lnTo>
                <a:lnTo>
                  <a:pt x="93940" y="409"/>
                </a:lnTo>
                <a:lnTo>
                  <a:pt x="93713" y="318"/>
                </a:lnTo>
                <a:lnTo>
                  <a:pt x="93463" y="227"/>
                </a:lnTo>
                <a:lnTo>
                  <a:pt x="93214" y="159"/>
                </a:lnTo>
                <a:lnTo>
                  <a:pt x="92942" y="91"/>
                </a:lnTo>
                <a:lnTo>
                  <a:pt x="92692" y="46"/>
                </a:lnTo>
                <a:lnTo>
                  <a:pt x="92420" y="23"/>
                </a:lnTo>
                <a:lnTo>
                  <a:pt x="92147" y="0"/>
                </a:lnTo>
                <a:close/>
              </a:path>
            </a:pathLst>
          </a:custGeom>
          <a:solidFill>
            <a:schemeClr val="accen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ter"/>
              <a:ea typeface="Inter"/>
              <a:cs typeface="Inter"/>
              <a:sym typeface="Inter"/>
            </a:endParaRPr>
          </a:p>
        </p:txBody>
      </p:sp>
      <p:sp>
        <p:nvSpPr>
          <p:cNvPr id="35" name="Google Shape;35;p4"/>
          <p:cNvSpPr/>
          <p:nvPr/>
        </p:nvSpPr>
        <p:spPr>
          <a:xfrm>
            <a:off x="284700" y="286200"/>
            <a:ext cx="8574614" cy="4550563"/>
          </a:xfrm>
          <a:custGeom>
            <a:avLst/>
            <a:gdLst/>
            <a:ahLst/>
            <a:cxnLst/>
            <a:rect l="l" t="t" r="r" b="b"/>
            <a:pathLst>
              <a:path w="162398" h="87633" extrusionOk="0">
                <a:moveTo>
                  <a:pt x="4810" y="1"/>
                </a:moveTo>
                <a:lnTo>
                  <a:pt x="4311" y="23"/>
                </a:lnTo>
                <a:lnTo>
                  <a:pt x="3835" y="91"/>
                </a:lnTo>
                <a:lnTo>
                  <a:pt x="3381" y="205"/>
                </a:lnTo>
                <a:lnTo>
                  <a:pt x="2950" y="364"/>
                </a:lnTo>
                <a:lnTo>
                  <a:pt x="2519" y="568"/>
                </a:lnTo>
                <a:lnTo>
                  <a:pt x="2133" y="817"/>
                </a:lnTo>
                <a:lnTo>
                  <a:pt x="1747" y="1090"/>
                </a:lnTo>
                <a:lnTo>
                  <a:pt x="1407" y="1407"/>
                </a:lnTo>
                <a:lnTo>
                  <a:pt x="1112" y="1748"/>
                </a:lnTo>
                <a:lnTo>
                  <a:pt x="817" y="2111"/>
                </a:lnTo>
                <a:lnTo>
                  <a:pt x="590" y="2519"/>
                </a:lnTo>
                <a:lnTo>
                  <a:pt x="386" y="2928"/>
                </a:lnTo>
                <a:lnTo>
                  <a:pt x="227" y="3359"/>
                </a:lnTo>
                <a:lnTo>
                  <a:pt x="113" y="3835"/>
                </a:lnTo>
                <a:lnTo>
                  <a:pt x="23" y="4312"/>
                </a:lnTo>
                <a:lnTo>
                  <a:pt x="0" y="4788"/>
                </a:lnTo>
                <a:lnTo>
                  <a:pt x="0" y="82822"/>
                </a:lnTo>
                <a:lnTo>
                  <a:pt x="23" y="83117"/>
                </a:lnTo>
                <a:lnTo>
                  <a:pt x="45" y="83389"/>
                </a:lnTo>
                <a:lnTo>
                  <a:pt x="68" y="83662"/>
                </a:lnTo>
                <a:lnTo>
                  <a:pt x="136" y="83934"/>
                </a:lnTo>
                <a:lnTo>
                  <a:pt x="204" y="84184"/>
                </a:lnTo>
                <a:lnTo>
                  <a:pt x="272" y="84433"/>
                </a:lnTo>
                <a:lnTo>
                  <a:pt x="386" y="84683"/>
                </a:lnTo>
                <a:lnTo>
                  <a:pt x="499" y="84932"/>
                </a:lnTo>
                <a:lnTo>
                  <a:pt x="613" y="85159"/>
                </a:lnTo>
                <a:lnTo>
                  <a:pt x="749" y="85386"/>
                </a:lnTo>
                <a:lnTo>
                  <a:pt x="885" y="85613"/>
                </a:lnTo>
                <a:lnTo>
                  <a:pt x="1044" y="85817"/>
                </a:lnTo>
                <a:lnTo>
                  <a:pt x="1203" y="85999"/>
                </a:lnTo>
                <a:lnTo>
                  <a:pt x="1384" y="86203"/>
                </a:lnTo>
                <a:lnTo>
                  <a:pt x="1566" y="86385"/>
                </a:lnTo>
                <a:lnTo>
                  <a:pt x="1770" y="86543"/>
                </a:lnTo>
                <a:lnTo>
                  <a:pt x="1974" y="86702"/>
                </a:lnTo>
                <a:lnTo>
                  <a:pt x="2178" y="86861"/>
                </a:lnTo>
                <a:lnTo>
                  <a:pt x="2405" y="86997"/>
                </a:lnTo>
                <a:lnTo>
                  <a:pt x="2632" y="87111"/>
                </a:lnTo>
                <a:lnTo>
                  <a:pt x="2859" y="87224"/>
                </a:lnTo>
                <a:lnTo>
                  <a:pt x="3109" y="87315"/>
                </a:lnTo>
                <a:lnTo>
                  <a:pt x="3358" y="87406"/>
                </a:lnTo>
                <a:lnTo>
                  <a:pt x="3608" y="87474"/>
                </a:lnTo>
                <a:lnTo>
                  <a:pt x="3857" y="87542"/>
                </a:lnTo>
                <a:lnTo>
                  <a:pt x="4130" y="87587"/>
                </a:lnTo>
                <a:lnTo>
                  <a:pt x="4402" y="87610"/>
                </a:lnTo>
                <a:lnTo>
                  <a:pt x="4652" y="87633"/>
                </a:lnTo>
                <a:lnTo>
                  <a:pt x="4924" y="87633"/>
                </a:lnTo>
                <a:lnTo>
                  <a:pt x="5219" y="87610"/>
                </a:lnTo>
                <a:lnTo>
                  <a:pt x="5491" y="87587"/>
                </a:lnTo>
                <a:lnTo>
                  <a:pt x="5763" y="87542"/>
                </a:lnTo>
                <a:lnTo>
                  <a:pt x="158563" y="59609"/>
                </a:lnTo>
                <a:lnTo>
                  <a:pt x="158972" y="59519"/>
                </a:lnTo>
                <a:lnTo>
                  <a:pt x="159357" y="59382"/>
                </a:lnTo>
                <a:lnTo>
                  <a:pt x="159743" y="59201"/>
                </a:lnTo>
                <a:lnTo>
                  <a:pt x="160106" y="58997"/>
                </a:lnTo>
                <a:lnTo>
                  <a:pt x="160447" y="58770"/>
                </a:lnTo>
                <a:lnTo>
                  <a:pt x="160764" y="58520"/>
                </a:lnTo>
                <a:lnTo>
                  <a:pt x="161059" y="58248"/>
                </a:lnTo>
                <a:lnTo>
                  <a:pt x="161332" y="57953"/>
                </a:lnTo>
                <a:lnTo>
                  <a:pt x="161558" y="57613"/>
                </a:lnTo>
                <a:lnTo>
                  <a:pt x="161785" y="57272"/>
                </a:lnTo>
                <a:lnTo>
                  <a:pt x="161967" y="56909"/>
                </a:lnTo>
                <a:lnTo>
                  <a:pt x="162126" y="56546"/>
                </a:lnTo>
                <a:lnTo>
                  <a:pt x="162239" y="56138"/>
                </a:lnTo>
                <a:lnTo>
                  <a:pt x="162330" y="55729"/>
                </a:lnTo>
                <a:lnTo>
                  <a:pt x="162398" y="55321"/>
                </a:lnTo>
                <a:lnTo>
                  <a:pt x="162398" y="54890"/>
                </a:lnTo>
                <a:lnTo>
                  <a:pt x="162398" y="4788"/>
                </a:lnTo>
                <a:lnTo>
                  <a:pt x="162375" y="4312"/>
                </a:lnTo>
                <a:lnTo>
                  <a:pt x="162307" y="3835"/>
                </a:lnTo>
                <a:lnTo>
                  <a:pt x="162194" y="3359"/>
                </a:lnTo>
                <a:lnTo>
                  <a:pt x="162035" y="2928"/>
                </a:lnTo>
                <a:lnTo>
                  <a:pt x="161831" y="2519"/>
                </a:lnTo>
                <a:lnTo>
                  <a:pt x="161581" y="2111"/>
                </a:lnTo>
                <a:lnTo>
                  <a:pt x="161309" y="1748"/>
                </a:lnTo>
                <a:lnTo>
                  <a:pt x="160991" y="1407"/>
                </a:lnTo>
                <a:lnTo>
                  <a:pt x="160651" y="1090"/>
                </a:lnTo>
                <a:lnTo>
                  <a:pt x="160288" y="817"/>
                </a:lnTo>
                <a:lnTo>
                  <a:pt x="159902" y="568"/>
                </a:lnTo>
                <a:lnTo>
                  <a:pt x="159471" y="364"/>
                </a:lnTo>
                <a:lnTo>
                  <a:pt x="159040" y="205"/>
                </a:lnTo>
                <a:lnTo>
                  <a:pt x="158563" y="91"/>
                </a:lnTo>
                <a:lnTo>
                  <a:pt x="158087" y="23"/>
                </a:lnTo>
                <a:lnTo>
                  <a:pt x="157610" y="1"/>
                </a:lnTo>
                <a:close/>
              </a:path>
            </a:pathLst>
          </a:custGeom>
          <a:solidFill>
            <a:schemeClr val="dk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ter"/>
              <a:ea typeface="Inter"/>
              <a:cs typeface="Inter"/>
              <a:sym typeface="Inter"/>
            </a:endParaRPr>
          </a:p>
        </p:txBody>
      </p:sp>
      <p:sp>
        <p:nvSpPr>
          <p:cNvPr id="36" name="Google Shape;36;p4"/>
          <p:cNvSpPr txBox="1">
            <a:spLocks noGrp="1"/>
          </p:cNvSpPr>
          <p:nvPr>
            <p:ph type="title"/>
          </p:nvPr>
        </p:nvSpPr>
        <p:spPr>
          <a:xfrm>
            <a:off x="646500" y="1092800"/>
            <a:ext cx="7665300" cy="2055300"/>
          </a:xfrm>
          <a:prstGeom prst="rect">
            <a:avLst/>
          </a:prstGeom>
        </p:spPr>
        <p:txBody>
          <a:bodyPr spcFirstLastPara="1" wrap="square" lIns="0" tIns="0" rIns="91425" bIns="91425" anchor="t" anchorCtr="0">
            <a:noAutofit/>
          </a:bodyPr>
          <a:lstStyle>
            <a:lvl1pPr lvl="0">
              <a:spcBef>
                <a:spcPts val="0"/>
              </a:spcBef>
              <a:spcAft>
                <a:spcPts val="0"/>
              </a:spcAft>
              <a:buNone/>
              <a:defRPr sz="2400"/>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a:endParaRPr/>
          </a:p>
        </p:txBody>
      </p:sp>
      <p:sp>
        <p:nvSpPr>
          <p:cNvPr id="37" name="Google Shape;37;p4"/>
          <p:cNvSpPr txBox="1">
            <a:spLocks noGrp="1"/>
          </p:cNvSpPr>
          <p:nvPr>
            <p:ph type="subTitle" idx="1"/>
          </p:nvPr>
        </p:nvSpPr>
        <p:spPr>
          <a:xfrm>
            <a:off x="646500" y="642900"/>
            <a:ext cx="5994000" cy="3618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a:endParaRPr/>
          </a:p>
        </p:txBody>
      </p:sp>
      <p:pic>
        <p:nvPicPr>
          <p:cNvPr id="38" name="Google Shape;38;p4" descr="A red amoeba-like shape"/>
          <p:cNvPicPr preferRelativeResize="0"/>
          <p:nvPr/>
        </p:nvPicPr>
        <p:blipFill>
          <a:blip r:embed="rId2">
            <a:alphaModFix/>
          </a:blip>
          <a:stretch>
            <a:fillRect/>
          </a:stretch>
        </p:blipFill>
        <p:spPr>
          <a:xfrm>
            <a:off x="7822110" y="3868621"/>
            <a:ext cx="729001" cy="7490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 Alt">
  <p:cSld name="BLANK_1_1_1_1_1_1_2">
    <p:spTree>
      <p:nvGrpSpPr>
        <p:cNvPr id="1" name="Shape 39"/>
        <p:cNvGrpSpPr/>
        <p:nvPr/>
      </p:nvGrpSpPr>
      <p:grpSpPr>
        <a:xfrm>
          <a:off x="0" y="0"/>
          <a:ext cx="0" cy="0"/>
          <a:chOff x="0" y="0"/>
          <a:chExt cx="0" cy="0"/>
        </a:xfrm>
      </p:grpSpPr>
      <p:sp>
        <p:nvSpPr>
          <p:cNvPr id="40" name="Google Shape;40;p5"/>
          <p:cNvSpPr/>
          <p:nvPr/>
        </p:nvSpPr>
        <p:spPr>
          <a:xfrm>
            <a:off x="284700" y="286200"/>
            <a:ext cx="1348200" cy="4397400"/>
          </a:xfrm>
          <a:prstGeom prst="roundRect">
            <a:avLst>
              <a:gd name="adj" fmla="val 50000"/>
            </a:avLst>
          </a:prstGeom>
          <a:gradFill>
            <a:gsLst>
              <a:gs pos="0">
                <a:schemeClr val="dk1"/>
              </a:gs>
              <a:gs pos="60000">
                <a:schemeClr val="accent6"/>
              </a:gs>
              <a:gs pos="100000">
                <a:schemeClr val="accent4"/>
              </a:gs>
            </a:gsLst>
            <a:path path="circle">
              <a:fillToRect l="50000" t="50000" r="50000" b="50000"/>
            </a:path>
            <a:tileRect/>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41" name="Google Shape;41;p5"/>
          <p:cNvSpPr/>
          <p:nvPr/>
        </p:nvSpPr>
        <p:spPr>
          <a:xfrm>
            <a:off x="1632700" y="286200"/>
            <a:ext cx="842400" cy="12648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42" name="Google Shape;42;p5"/>
          <p:cNvSpPr/>
          <p:nvPr/>
        </p:nvSpPr>
        <p:spPr>
          <a:xfrm>
            <a:off x="1632700" y="1551100"/>
            <a:ext cx="842400" cy="849000"/>
          </a:xfrm>
          <a:prstGeom prst="flowChartConnector">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43" name="Google Shape;43;p5"/>
          <p:cNvSpPr/>
          <p:nvPr/>
        </p:nvSpPr>
        <p:spPr>
          <a:xfrm>
            <a:off x="1632703" y="2399874"/>
            <a:ext cx="842400" cy="22839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44" name="Google Shape;44;p5"/>
          <p:cNvSpPr/>
          <p:nvPr/>
        </p:nvSpPr>
        <p:spPr>
          <a:xfrm>
            <a:off x="2475100" y="286200"/>
            <a:ext cx="6384000" cy="4397400"/>
          </a:xfrm>
          <a:prstGeom prst="roundRect">
            <a:avLst>
              <a:gd name="adj" fmla="val 12865"/>
            </a:avLst>
          </a:prstGeom>
          <a:solidFill>
            <a:schemeClr val="accen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45" name="Google Shape;45;p5"/>
          <p:cNvSpPr txBox="1">
            <a:spLocks noGrp="1"/>
          </p:cNvSpPr>
          <p:nvPr>
            <p:ph type="title"/>
          </p:nvPr>
        </p:nvSpPr>
        <p:spPr>
          <a:xfrm>
            <a:off x="2836900" y="1750850"/>
            <a:ext cx="5667300" cy="2559600"/>
          </a:xfrm>
          <a:prstGeom prst="rect">
            <a:avLst/>
          </a:prstGeom>
        </p:spPr>
        <p:txBody>
          <a:bodyPr spcFirstLastPara="1" wrap="square" lIns="91425" tIns="91425" rIns="91425" bIns="91425" anchor="b" anchorCtr="0">
            <a:no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defRPr>
            </a:lvl2pPr>
            <a:lvl3pPr lvl="2">
              <a:spcBef>
                <a:spcPts val="0"/>
              </a:spcBef>
              <a:spcAft>
                <a:spcPts val="0"/>
              </a:spcAft>
              <a:buNone/>
              <a:defRPr sz="2400">
                <a:solidFill>
                  <a:schemeClr val="lt2"/>
                </a:solidFill>
              </a:defRPr>
            </a:lvl3pPr>
            <a:lvl4pPr lvl="3">
              <a:spcBef>
                <a:spcPts val="0"/>
              </a:spcBef>
              <a:spcAft>
                <a:spcPts val="0"/>
              </a:spcAft>
              <a:buNone/>
              <a:defRPr sz="2400">
                <a:solidFill>
                  <a:schemeClr val="lt2"/>
                </a:solidFill>
              </a:defRPr>
            </a:lvl4pPr>
            <a:lvl5pPr lvl="4">
              <a:spcBef>
                <a:spcPts val="0"/>
              </a:spcBef>
              <a:spcAft>
                <a:spcPts val="0"/>
              </a:spcAft>
              <a:buNone/>
              <a:defRPr sz="2400">
                <a:solidFill>
                  <a:schemeClr val="lt2"/>
                </a:solidFill>
              </a:defRPr>
            </a:lvl5pPr>
            <a:lvl6pPr lvl="5">
              <a:spcBef>
                <a:spcPts val="0"/>
              </a:spcBef>
              <a:spcAft>
                <a:spcPts val="0"/>
              </a:spcAft>
              <a:buNone/>
              <a:defRPr sz="2400">
                <a:solidFill>
                  <a:schemeClr val="lt2"/>
                </a:solidFill>
              </a:defRPr>
            </a:lvl6pPr>
            <a:lvl7pPr lvl="6">
              <a:spcBef>
                <a:spcPts val="0"/>
              </a:spcBef>
              <a:spcAft>
                <a:spcPts val="0"/>
              </a:spcAft>
              <a:buNone/>
              <a:defRPr sz="2400">
                <a:solidFill>
                  <a:schemeClr val="lt2"/>
                </a:solidFill>
              </a:defRPr>
            </a:lvl7pPr>
            <a:lvl8pPr lvl="7">
              <a:spcBef>
                <a:spcPts val="0"/>
              </a:spcBef>
              <a:spcAft>
                <a:spcPts val="0"/>
              </a:spcAft>
              <a:buNone/>
              <a:defRPr sz="2400">
                <a:solidFill>
                  <a:schemeClr val="lt2"/>
                </a:solidFill>
              </a:defRPr>
            </a:lvl8pPr>
            <a:lvl9pPr lvl="8">
              <a:spcBef>
                <a:spcPts val="0"/>
              </a:spcBef>
              <a:spcAft>
                <a:spcPts val="0"/>
              </a:spcAft>
              <a:buNone/>
              <a:defRPr sz="2400">
                <a:solidFill>
                  <a:schemeClr val="lt2"/>
                </a:solidFill>
              </a:defRPr>
            </a:lvl9pPr>
          </a:lstStyle>
          <a:p>
            <a:endParaRPr/>
          </a:p>
        </p:txBody>
      </p:sp>
      <p:sp>
        <p:nvSpPr>
          <p:cNvPr id="46" name="Google Shape;46;p5"/>
          <p:cNvSpPr txBox="1">
            <a:spLocks noGrp="1"/>
          </p:cNvSpPr>
          <p:nvPr>
            <p:ph type="subTitle" idx="1"/>
          </p:nvPr>
        </p:nvSpPr>
        <p:spPr>
          <a:xfrm>
            <a:off x="2836900" y="648000"/>
            <a:ext cx="5667300" cy="280500"/>
          </a:xfrm>
          <a:prstGeom prst="rect">
            <a:avLst/>
          </a:prstGeom>
        </p:spPr>
        <p:txBody>
          <a:bodyPr spcFirstLastPara="1" wrap="square" lIns="0" tIns="0" rIns="0" bIns="0" anchor="t" anchorCtr="0">
            <a:noAutofit/>
          </a:bodyPr>
          <a:lstStyle>
            <a:lvl1pPr lvl="0">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1pPr>
            <a:lvl2pPr lvl="1">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2pPr>
            <a:lvl3pPr lvl="2">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3pPr>
            <a:lvl4pPr lvl="3">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4pPr>
            <a:lvl5pPr lvl="4">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5pPr>
            <a:lvl6pPr lvl="5">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6pPr>
            <a:lvl7pPr lvl="6">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7pPr>
            <a:lvl8pPr lvl="7">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8pPr>
            <a:lvl9pPr lvl="8">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9pPr>
          </a:lstStyle>
          <a:p>
            <a:endParaRPr/>
          </a:p>
        </p:txBody>
      </p:sp>
      <p:pic>
        <p:nvPicPr>
          <p:cNvPr id="47" name="Google Shape;47;p5" descr="A blue egg shape"/>
          <p:cNvPicPr preferRelativeResize="0"/>
          <p:nvPr/>
        </p:nvPicPr>
        <p:blipFill>
          <a:blip r:embed="rId2">
            <a:alphaModFix/>
          </a:blip>
          <a:stretch>
            <a:fillRect/>
          </a:stretch>
        </p:blipFill>
        <p:spPr>
          <a:xfrm rot="-696769">
            <a:off x="765154" y="2134845"/>
            <a:ext cx="387293" cy="673552"/>
          </a:xfrm>
          <a:prstGeom prst="rect">
            <a:avLst/>
          </a:prstGeom>
          <a:noFill/>
          <a:ln>
            <a:noFill/>
          </a:ln>
        </p:spPr>
      </p:pic>
      <p:pic>
        <p:nvPicPr>
          <p:cNvPr id="48" name="Google Shape;48;p5" descr="A plastic raindrop"/>
          <p:cNvPicPr preferRelativeResize="0"/>
          <p:nvPr/>
        </p:nvPicPr>
        <p:blipFill rotWithShape="1">
          <a:blip r:embed="rId3">
            <a:alphaModFix/>
          </a:blip>
          <a:srcRect l="-13728" t="-251" r="-13741" b="-241"/>
          <a:stretch/>
        </p:blipFill>
        <p:spPr>
          <a:xfrm>
            <a:off x="701325" y="3396379"/>
            <a:ext cx="514950" cy="741368"/>
          </a:xfrm>
          <a:prstGeom prst="rect">
            <a:avLst/>
          </a:prstGeom>
          <a:noFill/>
          <a:ln>
            <a:noFill/>
          </a:ln>
        </p:spPr>
      </p:pic>
      <p:pic>
        <p:nvPicPr>
          <p:cNvPr id="49" name="Google Shape;49;p5" descr="A lightning shape"/>
          <p:cNvPicPr preferRelativeResize="0"/>
          <p:nvPr/>
        </p:nvPicPr>
        <p:blipFill>
          <a:blip r:embed="rId4">
            <a:alphaModFix/>
          </a:blip>
          <a:stretch>
            <a:fillRect/>
          </a:stretch>
        </p:blipFill>
        <p:spPr>
          <a:xfrm>
            <a:off x="667900" y="792500"/>
            <a:ext cx="545426" cy="82415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 Alt 2">
  <p:cSld name="BLANK_1_1_1_1_1_1_2_2">
    <p:bg>
      <p:bgPr>
        <a:gradFill>
          <a:gsLst>
            <a:gs pos="0">
              <a:schemeClr val="dk1"/>
            </a:gs>
            <a:gs pos="50000">
              <a:schemeClr val="dk1"/>
            </a:gs>
            <a:gs pos="100000">
              <a:schemeClr val="accent1"/>
            </a:gs>
          </a:gsLst>
          <a:lin ang="2698631" scaled="0"/>
        </a:gradFill>
        <a:effectLst/>
      </p:bgPr>
    </p:bg>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4665500" y="1626950"/>
            <a:ext cx="3838800" cy="2378700"/>
          </a:xfrm>
          <a:prstGeom prst="rect">
            <a:avLst/>
          </a:prstGeom>
        </p:spPr>
        <p:txBody>
          <a:bodyPr spcFirstLastPara="1" wrap="square" lIns="91425" tIns="91425" rIns="91425" bIns="91425" anchor="t" anchorCtr="0">
            <a:noAutofit/>
          </a:bodyPr>
          <a:lstStyle>
            <a:lvl1pPr lvl="0">
              <a:lnSpc>
                <a:spcPct val="85000"/>
              </a:lnSpc>
              <a:spcBef>
                <a:spcPts val="0"/>
              </a:spcBef>
              <a:spcAft>
                <a:spcPts val="0"/>
              </a:spcAft>
              <a:buNone/>
              <a:defRPr sz="2400">
                <a:solidFill>
                  <a:schemeClr val="lt2"/>
                </a:solidFill>
              </a:defRPr>
            </a:lvl1pPr>
            <a:lvl2pPr lvl="1">
              <a:spcBef>
                <a:spcPts val="0"/>
              </a:spcBef>
              <a:spcAft>
                <a:spcPts val="0"/>
              </a:spcAft>
              <a:buNone/>
              <a:defRPr sz="2400">
                <a:solidFill>
                  <a:schemeClr val="lt2"/>
                </a:solidFill>
              </a:defRPr>
            </a:lvl2pPr>
            <a:lvl3pPr lvl="2">
              <a:spcBef>
                <a:spcPts val="0"/>
              </a:spcBef>
              <a:spcAft>
                <a:spcPts val="0"/>
              </a:spcAft>
              <a:buNone/>
              <a:defRPr sz="2400">
                <a:solidFill>
                  <a:schemeClr val="lt2"/>
                </a:solidFill>
              </a:defRPr>
            </a:lvl3pPr>
            <a:lvl4pPr lvl="3">
              <a:spcBef>
                <a:spcPts val="0"/>
              </a:spcBef>
              <a:spcAft>
                <a:spcPts val="0"/>
              </a:spcAft>
              <a:buNone/>
              <a:defRPr sz="2400">
                <a:solidFill>
                  <a:schemeClr val="lt2"/>
                </a:solidFill>
              </a:defRPr>
            </a:lvl4pPr>
            <a:lvl5pPr lvl="4">
              <a:spcBef>
                <a:spcPts val="0"/>
              </a:spcBef>
              <a:spcAft>
                <a:spcPts val="0"/>
              </a:spcAft>
              <a:buNone/>
              <a:defRPr sz="2400">
                <a:solidFill>
                  <a:schemeClr val="lt2"/>
                </a:solidFill>
              </a:defRPr>
            </a:lvl5pPr>
            <a:lvl6pPr lvl="5">
              <a:spcBef>
                <a:spcPts val="0"/>
              </a:spcBef>
              <a:spcAft>
                <a:spcPts val="0"/>
              </a:spcAft>
              <a:buNone/>
              <a:defRPr sz="2400">
                <a:solidFill>
                  <a:schemeClr val="lt2"/>
                </a:solidFill>
              </a:defRPr>
            </a:lvl6pPr>
            <a:lvl7pPr lvl="6">
              <a:spcBef>
                <a:spcPts val="0"/>
              </a:spcBef>
              <a:spcAft>
                <a:spcPts val="0"/>
              </a:spcAft>
              <a:buNone/>
              <a:defRPr sz="2400">
                <a:solidFill>
                  <a:schemeClr val="lt2"/>
                </a:solidFill>
              </a:defRPr>
            </a:lvl7pPr>
            <a:lvl8pPr lvl="7">
              <a:spcBef>
                <a:spcPts val="0"/>
              </a:spcBef>
              <a:spcAft>
                <a:spcPts val="0"/>
              </a:spcAft>
              <a:buNone/>
              <a:defRPr sz="2400">
                <a:solidFill>
                  <a:schemeClr val="lt2"/>
                </a:solidFill>
              </a:defRPr>
            </a:lvl8pPr>
            <a:lvl9pPr lvl="8">
              <a:spcBef>
                <a:spcPts val="0"/>
              </a:spcBef>
              <a:spcAft>
                <a:spcPts val="0"/>
              </a:spcAft>
              <a:buNone/>
              <a:defRPr sz="2400">
                <a:solidFill>
                  <a:schemeClr val="lt2"/>
                </a:solidFill>
              </a:defRPr>
            </a:lvl9pPr>
          </a:lstStyle>
          <a:p>
            <a:endParaRPr/>
          </a:p>
        </p:txBody>
      </p:sp>
      <p:sp>
        <p:nvSpPr>
          <p:cNvPr id="52" name="Google Shape;52;p6"/>
          <p:cNvSpPr>
            <a:spLocks noGrp="1"/>
          </p:cNvSpPr>
          <p:nvPr>
            <p:ph type="pic" idx="2"/>
          </p:nvPr>
        </p:nvSpPr>
        <p:spPr>
          <a:xfrm>
            <a:off x="284825" y="285750"/>
            <a:ext cx="4025400" cy="4571400"/>
          </a:xfrm>
          <a:prstGeom prst="roundRect">
            <a:avLst>
              <a:gd name="adj" fmla="val 5439"/>
            </a:avLst>
          </a:prstGeom>
          <a:noFill/>
          <a:ln>
            <a:noFill/>
          </a:ln>
        </p:spPr>
      </p:sp>
      <p:sp>
        <p:nvSpPr>
          <p:cNvPr id="53" name="Google Shape;53;p6"/>
          <p:cNvSpPr/>
          <p:nvPr/>
        </p:nvSpPr>
        <p:spPr>
          <a:xfrm>
            <a:off x="4665500" y="4423825"/>
            <a:ext cx="2190300" cy="433800"/>
          </a:xfrm>
          <a:prstGeom prst="roundRect">
            <a:avLst>
              <a:gd name="adj" fmla="val 25651"/>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54" name="Google Shape;54;p6"/>
          <p:cNvSpPr txBox="1">
            <a:spLocks noGrp="1"/>
          </p:cNvSpPr>
          <p:nvPr>
            <p:ph type="subTitle" idx="1"/>
          </p:nvPr>
        </p:nvSpPr>
        <p:spPr>
          <a:xfrm>
            <a:off x="4672275" y="4525375"/>
            <a:ext cx="2190300" cy="230700"/>
          </a:xfrm>
          <a:prstGeom prst="rect">
            <a:avLst/>
          </a:prstGeom>
        </p:spPr>
        <p:txBody>
          <a:bodyPr spcFirstLastPara="1" wrap="square" lIns="182875" tIns="91425" rIns="91425" bIns="91425" anchor="ctr" anchorCtr="0">
            <a:noAutofit/>
          </a:bodyPr>
          <a:lstStyle>
            <a:lvl1pPr lvl="0">
              <a:lnSpc>
                <a:spcPct val="85000"/>
              </a:lnSpc>
              <a:spcBef>
                <a:spcPts val="0"/>
              </a:spcBef>
              <a:spcAft>
                <a:spcPts val="0"/>
              </a:spcAft>
              <a:buNone/>
              <a:defRPr sz="1200" i="1">
                <a:latin typeface="Inter"/>
                <a:ea typeface="Inter"/>
                <a:cs typeface="Inter"/>
                <a:sym typeface="Inter"/>
              </a:defRPr>
            </a:lvl1pPr>
            <a:lvl2pPr lvl="1">
              <a:spcBef>
                <a:spcPts val="0"/>
              </a:spcBef>
              <a:spcAft>
                <a:spcPts val="0"/>
              </a:spcAft>
              <a:buClr>
                <a:schemeClr val="lt1"/>
              </a:buClr>
              <a:buSzPts val="1400"/>
              <a:buFont typeface="Inter"/>
              <a:buNone/>
              <a:defRPr i="1">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i="1">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i="1">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i="1">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i="1">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i="1">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i="1">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i="1">
                <a:solidFill>
                  <a:schemeClr val="lt1"/>
                </a:solidFill>
                <a:latin typeface="Inter"/>
                <a:ea typeface="Inter"/>
                <a:cs typeface="Inter"/>
                <a:sym typeface="Inter"/>
              </a:defRPr>
            </a:lvl9pPr>
          </a:lstStyle>
          <a:p>
            <a:endParaRPr/>
          </a:p>
        </p:txBody>
      </p:sp>
      <p:pic>
        <p:nvPicPr>
          <p:cNvPr id="55" name="Google Shape;55;p6" descr="A purple banana"/>
          <p:cNvPicPr preferRelativeResize="0"/>
          <p:nvPr/>
        </p:nvPicPr>
        <p:blipFill>
          <a:blip r:embed="rId2">
            <a:alphaModFix/>
          </a:blip>
          <a:stretch>
            <a:fillRect/>
          </a:stretch>
        </p:blipFill>
        <p:spPr>
          <a:xfrm rot="-9290492">
            <a:off x="4494502" y="404207"/>
            <a:ext cx="529797" cy="708188"/>
          </a:xfrm>
          <a:prstGeom prst="rect">
            <a:avLst/>
          </a:prstGeom>
          <a:noFill/>
          <a:ln>
            <a:noFill/>
          </a:ln>
        </p:spPr>
      </p:pic>
      <p:pic>
        <p:nvPicPr>
          <p:cNvPr id="56" name="Google Shape;56;p6" descr="A purple banana"/>
          <p:cNvPicPr preferRelativeResize="0"/>
          <p:nvPr/>
        </p:nvPicPr>
        <p:blipFill>
          <a:blip r:embed="rId2">
            <a:alphaModFix/>
          </a:blip>
          <a:stretch>
            <a:fillRect/>
          </a:stretch>
        </p:blipFill>
        <p:spPr>
          <a:xfrm rot="-9290492">
            <a:off x="4909752" y="404207"/>
            <a:ext cx="529797" cy="70818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 Alt 6">
  <p:cSld name="BLANK_1_1_1_1_1_1_2_2_1_1_1_1">
    <p:bg>
      <p:bgPr>
        <a:gradFill>
          <a:gsLst>
            <a:gs pos="0">
              <a:schemeClr val="dk1"/>
            </a:gs>
            <a:gs pos="73000">
              <a:schemeClr val="dk1"/>
            </a:gs>
            <a:gs pos="100000">
              <a:schemeClr val="accent4"/>
            </a:gs>
          </a:gsLst>
          <a:lin ang="8099331" scaled="0"/>
        </a:gradFill>
        <a:effectLst/>
      </p:bgPr>
    </p:bg>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1500900" y="286200"/>
            <a:ext cx="7358400" cy="1913100"/>
          </a:xfrm>
          <a:prstGeom prst="rect">
            <a:avLst/>
          </a:prstGeom>
        </p:spPr>
        <p:txBody>
          <a:bodyPr spcFirstLastPara="1" wrap="square" lIns="91425" tIns="91425" rIns="91425" bIns="91425" anchor="t" anchorCtr="0">
            <a:noAutofit/>
          </a:bodyPr>
          <a:lstStyle>
            <a:lvl1pPr lvl="0">
              <a:spcBef>
                <a:spcPts val="0"/>
              </a:spcBef>
              <a:spcAft>
                <a:spcPts val="0"/>
              </a:spcAft>
              <a:buNone/>
              <a:defRPr sz="2800">
                <a:solidFill>
                  <a:schemeClr val="lt2"/>
                </a:solidFill>
              </a:defRPr>
            </a:lvl1pPr>
            <a:lvl2pPr lvl="1">
              <a:spcBef>
                <a:spcPts val="0"/>
              </a:spcBef>
              <a:spcAft>
                <a:spcPts val="0"/>
              </a:spcAft>
              <a:buNone/>
              <a:defRPr sz="2800">
                <a:solidFill>
                  <a:schemeClr val="lt2"/>
                </a:solidFill>
              </a:defRPr>
            </a:lvl2pPr>
            <a:lvl3pPr lvl="2">
              <a:spcBef>
                <a:spcPts val="0"/>
              </a:spcBef>
              <a:spcAft>
                <a:spcPts val="0"/>
              </a:spcAft>
              <a:buNone/>
              <a:defRPr sz="2800">
                <a:solidFill>
                  <a:schemeClr val="lt2"/>
                </a:solidFill>
              </a:defRPr>
            </a:lvl3pPr>
            <a:lvl4pPr lvl="3">
              <a:spcBef>
                <a:spcPts val="0"/>
              </a:spcBef>
              <a:spcAft>
                <a:spcPts val="0"/>
              </a:spcAft>
              <a:buNone/>
              <a:defRPr sz="2800">
                <a:solidFill>
                  <a:schemeClr val="lt2"/>
                </a:solidFill>
              </a:defRPr>
            </a:lvl4pPr>
            <a:lvl5pPr lvl="4">
              <a:spcBef>
                <a:spcPts val="0"/>
              </a:spcBef>
              <a:spcAft>
                <a:spcPts val="0"/>
              </a:spcAft>
              <a:buNone/>
              <a:defRPr sz="2800">
                <a:solidFill>
                  <a:schemeClr val="lt2"/>
                </a:solidFill>
              </a:defRPr>
            </a:lvl5pPr>
            <a:lvl6pPr lvl="5">
              <a:spcBef>
                <a:spcPts val="0"/>
              </a:spcBef>
              <a:spcAft>
                <a:spcPts val="0"/>
              </a:spcAft>
              <a:buNone/>
              <a:defRPr sz="2800">
                <a:solidFill>
                  <a:schemeClr val="lt2"/>
                </a:solidFill>
              </a:defRPr>
            </a:lvl6pPr>
            <a:lvl7pPr lvl="6">
              <a:spcBef>
                <a:spcPts val="0"/>
              </a:spcBef>
              <a:spcAft>
                <a:spcPts val="0"/>
              </a:spcAft>
              <a:buNone/>
              <a:defRPr sz="2800">
                <a:solidFill>
                  <a:schemeClr val="lt2"/>
                </a:solidFill>
              </a:defRPr>
            </a:lvl7pPr>
            <a:lvl8pPr lvl="7">
              <a:spcBef>
                <a:spcPts val="0"/>
              </a:spcBef>
              <a:spcAft>
                <a:spcPts val="0"/>
              </a:spcAft>
              <a:buNone/>
              <a:defRPr sz="2800">
                <a:solidFill>
                  <a:schemeClr val="lt2"/>
                </a:solidFill>
              </a:defRPr>
            </a:lvl8pPr>
            <a:lvl9pPr lvl="8">
              <a:spcBef>
                <a:spcPts val="0"/>
              </a:spcBef>
              <a:spcAft>
                <a:spcPts val="0"/>
              </a:spcAft>
              <a:buNone/>
              <a:defRPr sz="2800">
                <a:solidFill>
                  <a:schemeClr val="lt2"/>
                </a:solidFill>
              </a:defRPr>
            </a:lvl9pPr>
          </a:lstStyle>
          <a:p>
            <a:endParaRPr/>
          </a:p>
        </p:txBody>
      </p:sp>
      <p:pic>
        <p:nvPicPr>
          <p:cNvPr id="59" name="Google Shape;59;p7" descr="A blue amoeba shape"/>
          <p:cNvPicPr preferRelativeResize="0"/>
          <p:nvPr/>
        </p:nvPicPr>
        <p:blipFill>
          <a:blip r:embed="rId2">
            <a:alphaModFix/>
          </a:blip>
          <a:stretch>
            <a:fillRect/>
          </a:stretch>
        </p:blipFill>
        <p:spPr>
          <a:xfrm>
            <a:off x="319125" y="307052"/>
            <a:ext cx="377224" cy="337023"/>
          </a:xfrm>
          <a:prstGeom prst="rect">
            <a:avLst/>
          </a:prstGeom>
          <a:noFill/>
          <a:ln>
            <a:noFill/>
          </a:ln>
        </p:spPr>
      </p:pic>
      <p:pic>
        <p:nvPicPr>
          <p:cNvPr id="60" name="Google Shape;60;p7" descr="A turquoise amoeba shape"/>
          <p:cNvPicPr preferRelativeResize="0"/>
          <p:nvPr/>
        </p:nvPicPr>
        <p:blipFill rotWithShape="1">
          <a:blip r:embed="rId3">
            <a:alphaModFix/>
          </a:blip>
          <a:srcRect l="-1461"/>
          <a:stretch/>
        </p:blipFill>
        <p:spPr>
          <a:xfrm flipH="1">
            <a:off x="344750" y="2024375"/>
            <a:ext cx="377224" cy="332176"/>
          </a:xfrm>
          <a:prstGeom prst="rect">
            <a:avLst/>
          </a:prstGeom>
          <a:noFill/>
          <a:ln>
            <a:noFill/>
          </a:ln>
        </p:spPr>
      </p:pic>
      <p:pic>
        <p:nvPicPr>
          <p:cNvPr id="61" name="Google Shape;61;p7" descr="A pink amoeba shape"/>
          <p:cNvPicPr preferRelativeResize="0"/>
          <p:nvPr/>
        </p:nvPicPr>
        <p:blipFill rotWithShape="1">
          <a:blip r:embed="rId4">
            <a:alphaModFix/>
          </a:blip>
          <a:srcRect t="29" b="39"/>
          <a:stretch/>
        </p:blipFill>
        <p:spPr>
          <a:xfrm>
            <a:off x="341638" y="1177024"/>
            <a:ext cx="332176" cy="31440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 Alt 7">
  <p:cSld name="CUSTOM">
    <p:bg>
      <p:bgPr>
        <a:gradFill>
          <a:gsLst>
            <a:gs pos="0">
              <a:schemeClr val="dk1"/>
            </a:gs>
            <a:gs pos="50000">
              <a:schemeClr val="dk1"/>
            </a:gs>
            <a:gs pos="100000">
              <a:schemeClr val="accent4"/>
            </a:gs>
          </a:gsLst>
          <a:lin ang="8099331" scaled="0"/>
        </a:gradFill>
        <a:effectLst/>
      </p:bgPr>
    </p:bg>
    <p:spTree>
      <p:nvGrpSpPr>
        <p:cNvPr id="1" name="Shape 62"/>
        <p:cNvGrpSpPr/>
        <p:nvPr/>
      </p:nvGrpSpPr>
      <p:grpSpPr>
        <a:xfrm>
          <a:off x="0" y="0"/>
          <a:ext cx="0" cy="0"/>
          <a:chOff x="0" y="0"/>
          <a:chExt cx="0" cy="0"/>
        </a:xfrm>
      </p:grpSpPr>
      <p:sp>
        <p:nvSpPr>
          <p:cNvPr id="63" name="Google Shape;63;p8"/>
          <p:cNvSpPr/>
          <p:nvPr/>
        </p:nvSpPr>
        <p:spPr>
          <a:xfrm rot="5400000">
            <a:off x="2246400" y="2615175"/>
            <a:ext cx="280800" cy="4204200"/>
          </a:xfrm>
          <a:prstGeom prst="roundRect">
            <a:avLst>
              <a:gd name="adj" fmla="val 50000"/>
            </a:avLst>
          </a:prstGeom>
          <a:gradFill>
            <a:gsLst>
              <a:gs pos="0">
                <a:schemeClr val="dk1"/>
              </a:gs>
              <a:gs pos="50000">
                <a:schemeClr val="dk1"/>
              </a:gs>
              <a:gs pos="100000">
                <a:schemeClr val="dk2"/>
              </a:gs>
            </a:gsLst>
            <a:lin ang="2698631"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64" name="Google Shape;64;p8"/>
          <p:cNvSpPr/>
          <p:nvPr/>
        </p:nvSpPr>
        <p:spPr>
          <a:xfrm rot="5400000">
            <a:off x="6512650" y="2836875"/>
            <a:ext cx="280800" cy="3760800"/>
          </a:xfrm>
          <a:prstGeom prst="roundRect">
            <a:avLst>
              <a:gd name="adj" fmla="val 50000"/>
            </a:avLst>
          </a:prstGeom>
          <a:gradFill>
            <a:gsLst>
              <a:gs pos="0">
                <a:schemeClr val="dk1"/>
              </a:gs>
              <a:gs pos="50000">
                <a:schemeClr val="dk1"/>
              </a:gs>
              <a:gs pos="100000">
                <a:schemeClr val="accent4"/>
              </a:gs>
            </a:gsLst>
            <a:lin ang="8100019"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65" name="Google Shape;65;p8"/>
          <p:cNvSpPr/>
          <p:nvPr/>
        </p:nvSpPr>
        <p:spPr>
          <a:xfrm>
            <a:off x="4488900" y="4576875"/>
            <a:ext cx="280800" cy="2808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66" name="Google Shape;66;p8" descr="A polygonal shape"/>
          <p:cNvSpPr/>
          <p:nvPr/>
        </p:nvSpPr>
        <p:spPr>
          <a:xfrm>
            <a:off x="8535412" y="4576875"/>
            <a:ext cx="324000" cy="280800"/>
          </a:xfrm>
          <a:prstGeom prst="hexagon">
            <a:avLst>
              <a:gd name="adj" fmla="val 30206"/>
              <a:gd name="vf" fmla="val 115470"/>
            </a:avLst>
          </a:prstGeom>
          <a:solidFill>
            <a:schemeClr val="accent4"/>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 name="Google Shape;67;p8"/>
          <p:cNvSpPr txBox="1">
            <a:spLocks noGrp="1"/>
          </p:cNvSpPr>
          <p:nvPr>
            <p:ph type="title"/>
          </p:nvPr>
        </p:nvSpPr>
        <p:spPr>
          <a:xfrm>
            <a:off x="284700" y="286200"/>
            <a:ext cx="4191300" cy="11202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None/>
              <a:defRPr sz="5000">
                <a:solidFill>
                  <a:schemeClr val="lt2"/>
                </a:solidFill>
              </a:defRPr>
            </a:lvl1pPr>
            <a:lvl2pPr lvl="1">
              <a:lnSpc>
                <a:spcPct val="80000"/>
              </a:lnSpc>
              <a:spcBef>
                <a:spcPts val="0"/>
              </a:spcBef>
              <a:spcAft>
                <a:spcPts val="0"/>
              </a:spcAft>
              <a:buNone/>
              <a:defRPr sz="5000">
                <a:solidFill>
                  <a:schemeClr val="lt2"/>
                </a:solidFill>
              </a:defRPr>
            </a:lvl2pPr>
            <a:lvl3pPr lvl="2">
              <a:lnSpc>
                <a:spcPct val="80000"/>
              </a:lnSpc>
              <a:spcBef>
                <a:spcPts val="0"/>
              </a:spcBef>
              <a:spcAft>
                <a:spcPts val="0"/>
              </a:spcAft>
              <a:buNone/>
              <a:defRPr sz="5000">
                <a:solidFill>
                  <a:schemeClr val="lt2"/>
                </a:solidFill>
              </a:defRPr>
            </a:lvl3pPr>
            <a:lvl4pPr lvl="3">
              <a:lnSpc>
                <a:spcPct val="80000"/>
              </a:lnSpc>
              <a:spcBef>
                <a:spcPts val="0"/>
              </a:spcBef>
              <a:spcAft>
                <a:spcPts val="0"/>
              </a:spcAft>
              <a:buNone/>
              <a:defRPr sz="5000">
                <a:solidFill>
                  <a:schemeClr val="lt2"/>
                </a:solidFill>
              </a:defRPr>
            </a:lvl4pPr>
            <a:lvl5pPr lvl="4">
              <a:lnSpc>
                <a:spcPct val="80000"/>
              </a:lnSpc>
              <a:spcBef>
                <a:spcPts val="0"/>
              </a:spcBef>
              <a:spcAft>
                <a:spcPts val="0"/>
              </a:spcAft>
              <a:buNone/>
              <a:defRPr sz="5000">
                <a:solidFill>
                  <a:schemeClr val="lt2"/>
                </a:solidFill>
              </a:defRPr>
            </a:lvl5pPr>
            <a:lvl6pPr lvl="5">
              <a:lnSpc>
                <a:spcPct val="80000"/>
              </a:lnSpc>
              <a:spcBef>
                <a:spcPts val="0"/>
              </a:spcBef>
              <a:spcAft>
                <a:spcPts val="0"/>
              </a:spcAft>
              <a:buNone/>
              <a:defRPr sz="5000">
                <a:solidFill>
                  <a:schemeClr val="lt2"/>
                </a:solidFill>
              </a:defRPr>
            </a:lvl6pPr>
            <a:lvl7pPr lvl="6">
              <a:lnSpc>
                <a:spcPct val="80000"/>
              </a:lnSpc>
              <a:spcBef>
                <a:spcPts val="0"/>
              </a:spcBef>
              <a:spcAft>
                <a:spcPts val="0"/>
              </a:spcAft>
              <a:buNone/>
              <a:defRPr sz="5000">
                <a:solidFill>
                  <a:schemeClr val="lt2"/>
                </a:solidFill>
              </a:defRPr>
            </a:lvl7pPr>
            <a:lvl8pPr lvl="7">
              <a:lnSpc>
                <a:spcPct val="80000"/>
              </a:lnSpc>
              <a:spcBef>
                <a:spcPts val="0"/>
              </a:spcBef>
              <a:spcAft>
                <a:spcPts val="0"/>
              </a:spcAft>
              <a:buNone/>
              <a:defRPr sz="5000">
                <a:solidFill>
                  <a:schemeClr val="lt2"/>
                </a:solidFill>
              </a:defRPr>
            </a:lvl8pPr>
            <a:lvl9pPr lvl="8">
              <a:lnSpc>
                <a:spcPct val="80000"/>
              </a:lnSpc>
              <a:spcBef>
                <a:spcPts val="0"/>
              </a:spcBef>
              <a:spcAft>
                <a:spcPts val="0"/>
              </a:spcAft>
              <a:buNone/>
              <a:defRPr sz="5000">
                <a:solidFill>
                  <a:schemeClr val="lt2"/>
                </a:solidFill>
              </a:defRPr>
            </a:lvl9pPr>
          </a:lstStyle>
          <a:p>
            <a:endParaRPr/>
          </a:p>
        </p:txBody>
      </p:sp>
      <p:pic>
        <p:nvPicPr>
          <p:cNvPr id="68" name="Google Shape;68;p8" descr="A pink ball"/>
          <p:cNvPicPr preferRelativeResize="0"/>
          <p:nvPr/>
        </p:nvPicPr>
        <p:blipFill rotWithShape="1">
          <a:blip r:embed="rId2">
            <a:alphaModFix/>
          </a:blip>
          <a:srcRect t="1653" b="1653"/>
          <a:stretch/>
        </p:blipFill>
        <p:spPr>
          <a:xfrm>
            <a:off x="288200" y="4579850"/>
            <a:ext cx="274800" cy="274800"/>
          </a:xfrm>
          <a:prstGeom prst="ellipse">
            <a:avLst/>
          </a:prstGeom>
          <a:noFill/>
          <a:ln>
            <a:noFill/>
          </a:ln>
        </p:spPr>
      </p:pic>
      <p:pic>
        <p:nvPicPr>
          <p:cNvPr id="69" name="Google Shape;69;p8" descr="A purple ball"/>
          <p:cNvPicPr preferRelativeResize="0"/>
          <p:nvPr/>
        </p:nvPicPr>
        <p:blipFill>
          <a:blip r:embed="rId3">
            <a:alphaModFix/>
          </a:blip>
          <a:stretch>
            <a:fillRect/>
          </a:stretch>
        </p:blipFill>
        <p:spPr>
          <a:xfrm>
            <a:off x="3760738" y="4579855"/>
            <a:ext cx="271200" cy="274840"/>
          </a:xfrm>
          <a:prstGeom prst="rect">
            <a:avLst/>
          </a:prstGeom>
          <a:noFill/>
          <a:ln>
            <a:noFill/>
          </a:ln>
        </p:spPr>
      </p:pic>
      <p:sp>
        <p:nvSpPr>
          <p:cNvPr id="70" name="Google Shape;70;p8"/>
          <p:cNvSpPr txBox="1">
            <a:spLocks noGrp="1"/>
          </p:cNvSpPr>
          <p:nvPr>
            <p:ph type="body" idx="1"/>
          </p:nvPr>
        </p:nvSpPr>
        <p:spPr>
          <a:xfrm>
            <a:off x="4665500" y="286200"/>
            <a:ext cx="4191300" cy="857700"/>
          </a:xfrm>
          <a:prstGeom prst="rect">
            <a:avLst/>
          </a:prstGeom>
        </p:spPr>
        <p:txBody>
          <a:bodyPr spcFirstLastPara="1" wrap="square" lIns="274300" tIns="182875" rIns="27430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 Alt 8">
  <p:cSld name="CUSTOM_1">
    <p:bg>
      <p:bgPr>
        <a:gradFill>
          <a:gsLst>
            <a:gs pos="0">
              <a:schemeClr val="dk1"/>
            </a:gs>
            <a:gs pos="70000">
              <a:schemeClr val="dk1"/>
            </a:gs>
            <a:gs pos="100000">
              <a:schemeClr val="accent1"/>
            </a:gs>
          </a:gsLst>
          <a:lin ang="8099331" scaled="0"/>
        </a:gradFill>
        <a:effectLst/>
      </p:bgPr>
    </p:bg>
    <p:spTree>
      <p:nvGrpSpPr>
        <p:cNvPr id="1" name="Shape 71"/>
        <p:cNvGrpSpPr/>
        <p:nvPr/>
      </p:nvGrpSpPr>
      <p:grpSpPr>
        <a:xfrm>
          <a:off x="0" y="0"/>
          <a:ext cx="0" cy="0"/>
          <a:chOff x="0" y="0"/>
          <a:chExt cx="0" cy="0"/>
        </a:xfrm>
      </p:grpSpPr>
      <p:pic>
        <p:nvPicPr>
          <p:cNvPr id="72" name="Google Shape;72;p9" descr="A blue amoeba shape"/>
          <p:cNvPicPr preferRelativeResize="0"/>
          <p:nvPr/>
        </p:nvPicPr>
        <p:blipFill rotWithShape="1">
          <a:blip r:embed="rId2">
            <a:alphaModFix/>
          </a:blip>
          <a:srcRect t="89" b="79"/>
          <a:stretch/>
        </p:blipFill>
        <p:spPr>
          <a:xfrm>
            <a:off x="7051650" y="1654225"/>
            <a:ext cx="1832297" cy="1742150"/>
          </a:xfrm>
          <a:prstGeom prst="rect">
            <a:avLst/>
          </a:prstGeom>
          <a:noFill/>
          <a:ln>
            <a:noFill/>
          </a:ln>
        </p:spPr>
      </p:pic>
      <p:pic>
        <p:nvPicPr>
          <p:cNvPr id="73" name="Google Shape;73;p9" descr="A red amoeba shape"/>
          <p:cNvPicPr preferRelativeResize="0"/>
          <p:nvPr/>
        </p:nvPicPr>
        <p:blipFill rotWithShape="1">
          <a:blip r:embed="rId3">
            <a:alphaModFix/>
          </a:blip>
          <a:srcRect t="40684"/>
          <a:stretch/>
        </p:blipFill>
        <p:spPr>
          <a:xfrm>
            <a:off x="7020650" y="-3268"/>
            <a:ext cx="1695500" cy="1033349"/>
          </a:xfrm>
          <a:prstGeom prst="rect">
            <a:avLst/>
          </a:prstGeom>
          <a:noFill/>
          <a:ln>
            <a:noFill/>
          </a:ln>
        </p:spPr>
      </p:pic>
      <p:cxnSp>
        <p:nvCxnSpPr>
          <p:cNvPr id="74" name="Google Shape;74;p9"/>
          <p:cNvCxnSpPr/>
          <p:nvPr/>
        </p:nvCxnSpPr>
        <p:spPr>
          <a:xfrm>
            <a:off x="279500" y="4246900"/>
            <a:ext cx="6390300" cy="0"/>
          </a:xfrm>
          <a:prstGeom prst="straightConnector1">
            <a:avLst/>
          </a:prstGeom>
          <a:noFill/>
          <a:ln w="9525" cap="flat" cmpd="sng">
            <a:solidFill>
              <a:schemeClr val="lt2"/>
            </a:solidFill>
            <a:prstDash val="solid"/>
            <a:round/>
            <a:headEnd type="none" w="med" len="med"/>
            <a:tailEnd type="none" w="med" len="med"/>
          </a:ln>
        </p:spPr>
      </p:cxnSp>
      <p:cxnSp>
        <p:nvCxnSpPr>
          <p:cNvPr id="75" name="Google Shape;75;p9"/>
          <p:cNvCxnSpPr/>
          <p:nvPr/>
        </p:nvCxnSpPr>
        <p:spPr>
          <a:xfrm>
            <a:off x="279500" y="286200"/>
            <a:ext cx="6390300" cy="0"/>
          </a:xfrm>
          <a:prstGeom prst="straightConnector1">
            <a:avLst/>
          </a:prstGeom>
          <a:noFill/>
          <a:ln w="9525" cap="flat" cmpd="sng">
            <a:solidFill>
              <a:schemeClr val="lt2"/>
            </a:solidFill>
            <a:prstDash val="solid"/>
            <a:round/>
            <a:headEnd type="none" w="med" len="med"/>
            <a:tailEnd type="none" w="med" len="med"/>
          </a:ln>
        </p:spPr>
      </p:cxnSp>
      <p:sp>
        <p:nvSpPr>
          <p:cNvPr id="76" name="Google Shape;76;p9"/>
          <p:cNvSpPr txBox="1">
            <a:spLocks noGrp="1"/>
          </p:cNvSpPr>
          <p:nvPr>
            <p:ph type="title"/>
          </p:nvPr>
        </p:nvSpPr>
        <p:spPr>
          <a:xfrm>
            <a:off x="284700" y="591000"/>
            <a:ext cx="6390300" cy="1340700"/>
          </a:xfrm>
          <a:prstGeom prst="rect">
            <a:avLst/>
          </a:prstGeom>
        </p:spPr>
        <p:txBody>
          <a:bodyPr spcFirstLastPara="1" wrap="square" lIns="91425" tIns="91425" rIns="91425" bIns="91425" anchor="t" anchorCtr="0">
            <a:noAutofit/>
          </a:bodyPr>
          <a:lstStyle>
            <a:lvl1pPr lvl="0">
              <a:spcBef>
                <a:spcPts val="0"/>
              </a:spcBef>
              <a:spcAft>
                <a:spcPts val="0"/>
              </a:spcAft>
              <a:buNone/>
              <a:defRPr sz="3400">
                <a:solidFill>
                  <a:schemeClr val="lt2"/>
                </a:solidFill>
              </a:defRPr>
            </a:lvl1pPr>
            <a:lvl2pPr lvl="1">
              <a:spcBef>
                <a:spcPts val="0"/>
              </a:spcBef>
              <a:spcAft>
                <a:spcPts val="0"/>
              </a:spcAft>
              <a:buNone/>
              <a:defRPr sz="3400">
                <a:solidFill>
                  <a:schemeClr val="lt2"/>
                </a:solidFill>
              </a:defRPr>
            </a:lvl2pPr>
            <a:lvl3pPr lvl="2">
              <a:spcBef>
                <a:spcPts val="0"/>
              </a:spcBef>
              <a:spcAft>
                <a:spcPts val="0"/>
              </a:spcAft>
              <a:buNone/>
              <a:defRPr sz="3400">
                <a:solidFill>
                  <a:schemeClr val="lt2"/>
                </a:solidFill>
              </a:defRPr>
            </a:lvl3pPr>
            <a:lvl4pPr lvl="3">
              <a:spcBef>
                <a:spcPts val="0"/>
              </a:spcBef>
              <a:spcAft>
                <a:spcPts val="0"/>
              </a:spcAft>
              <a:buNone/>
              <a:defRPr sz="3400">
                <a:solidFill>
                  <a:schemeClr val="lt2"/>
                </a:solidFill>
              </a:defRPr>
            </a:lvl4pPr>
            <a:lvl5pPr lvl="4">
              <a:spcBef>
                <a:spcPts val="0"/>
              </a:spcBef>
              <a:spcAft>
                <a:spcPts val="0"/>
              </a:spcAft>
              <a:buNone/>
              <a:defRPr sz="3400">
                <a:solidFill>
                  <a:schemeClr val="lt2"/>
                </a:solidFill>
              </a:defRPr>
            </a:lvl5pPr>
            <a:lvl6pPr lvl="5">
              <a:spcBef>
                <a:spcPts val="0"/>
              </a:spcBef>
              <a:spcAft>
                <a:spcPts val="0"/>
              </a:spcAft>
              <a:buNone/>
              <a:defRPr sz="3400">
                <a:solidFill>
                  <a:schemeClr val="lt2"/>
                </a:solidFill>
              </a:defRPr>
            </a:lvl6pPr>
            <a:lvl7pPr lvl="6">
              <a:spcBef>
                <a:spcPts val="0"/>
              </a:spcBef>
              <a:spcAft>
                <a:spcPts val="0"/>
              </a:spcAft>
              <a:buNone/>
              <a:defRPr sz="3400">
                <a:solidFill>
                  <a:schemeClr val="lt2"/>
                </a:solidFill>
              </a:defRPr>
            </a:lvl7pPr>
            <a:lvl8pPr lvl="7">
              <a:spcBef>
                <a:spcPts val="0"/>
              </a:spcBef>
              <a:spcAft>
                <a:spcPts val="0"/>
              </a:spcAft>
              <a:buNone/>
              <a:defRPr sz="3400">
                <a:solidFill>
                  <a:schemeClr val="lt2"/>
                </a:solidFill>
              </a:defRPr>
            </a:lvl8pPr>
            <a:lvl9pPr lvl="8">
              <a:spcBef>
                <a:spcPts val="0"/>
              </a:spcBef>
              <a:spcAft>
                <a:spcPts val="0"/>
              </a:spcAft>
              <a:buNone/>
              <a:defRPr sz="3400">
                <a:solidFill>
                  <a:schemeClr val="lt2"/>
                </a:solidFill>
              </a:defRPr>
            </a:lvl9pPr>
          </a:lstStyle>
          <a:p>
            <a:endParaRPr/>
          </a:p>
        </p:txBody>
      </p:sp>
      <p:sp>
        <p:nvSpPr>
          <p:cNvPr id="77" name="Google Shape;77;p9"/>
          <p:cNvSpPr txBox="1">
            <a:spLocks noGrp="1"/>
          </p:cNvSpPr>
          <p:nvPr>
            <p:ph type="subTitle" idx="1"/>
          </p:nvPr>
        </p:nvSpPr>
        <p:spPr>
          <a:xfrm>
            <a:off x="284700" y="4404749"/>
            <a:ext cx="4517700" cy="4527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lt1"/>
              </a:buClr>
              <a:buSzPts val="1400"/>
              <a:buFont typeface="Inter"/>
              <a:buNone/>
              <a:defRPr>
                <a:latin typeface="Inter"/>
                <a:ea typeface="Inter"/>
                <a:cs typeface="Inter"/>
                <a:sym typeface="Inter"/>
              </a:defRPr>
            </a:lvl1pPr>
            <a:lvl2pPr lvl="1">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pic>
        <p:nvPicPr>
          <p:cNvPr id="78" name="Google Shape;78;p9" descr="A gray amoeba shape"/>
          <p:cNvPicPr preferRelativeResize="0"/>
          <p:nvPr/>
        </p:nvPicPr>
        <p:blipFill rotWithShape="1">
          <a:blip r:embed="rId4">
            <a:alphaModFix/>
          </a:blip>
          <a:srcRect b="48535"/>
          <a:stretch/>
        </p:blipFill>
        <p:spPr>
          <a:xfrm>
            <a:off x="7020650" y="4250167"/>
            <a:ext cx="1695500" cy="8966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 Alt 9">
  <p:cSld name="CUSTOM_2">
    <p:bg>
      <p:bgPr>
        <a:gradFill>
          <a:gsLst>
            <a:gs pos="0">
              <a:schemeClr val="dk1"/>
            </a:gs>
            <a:gs pos="50000">
              <a:schemeClr val="dk1"/>
            </a:gs>
            <a:gs pos="100000">
              <a:schemeClr val="accent1"/>
            </a:gs>
          </a:gsLst>
          <a:lin ang="8099331" scaled="0"/>
        </a:gradFill>
        <a:effectLst/>
      </p:bgPr>
    </p:bg>
    <p:spTree>
      <p:nvGrpSpPr>
        <p:cNvPr id="1" name="Shape 79"/>
        <p:cNvGrpSpPr/>
        <p:nvPr/>
      </p:nvGrpSpPr>
      <p:grpSpPr>
        <a:xfrm>
          <a:off x="0" y="0"/>
          <a:ext cx="0" cy="0"/>
          <a:chOff x="0" y="0"/>
          <a:chExt cx="0" cy="0"/>
        </a:xfrm>
      </p:grpSpPr>
      <p:sp>
        <p:nvSpPr>
          <p:cNvPr id="80" name="Google Shape;80;p10"/>
          <p:cNvSpPr/>
          <p:nvPr/>
        </p:nvSpPr>
        <p:spPr>
          <a:xfrm rot="10800000" flipH="1">
            <a:off x="284700" y="286200"/>
            <a:ext cx="8574600" cy="4571100"/>
          </a:xfrm>
          <a:prstGeom prst="roundRect">
            <a:avLst>
              <a:gd name="adj" fmla="val 5116"/>
            </a:avLst>
          </a:prstGeom>
          <a:gradFill>
            <a:gsLst>
              <a:gs pos="0">
                <a:schemeClr val="dk1"/>
              </a:gs>
              <a:gs pos="50000">
                <a:schemeClr val="dk1"/>
              </a:gs>
              <a:gs pos="100000">
                <a:schemeClr val="accent4"/>
              </a:gs>
            </a:gsLst>
            <a:lin ang="8100019" scaled="0"/>
          </a:gra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81" name="Google Shape;81;p10"/>
          <p:cNvSpPr txBox="1">
            <a:spLocks noGrp="1"/>
          </p:cNvSpPr>
          <p:nvPr>
            <p:ph type="title"/>
          </p:nvPr>
        </p:nvSpPr>
        <p:spPr>
          <a:xfrm>
            <a:off x="665700" y="591000"/>
            <a:ext cx="6009300" cy="1340700"/>
          </a:xfrm>
          <a:prstGeom prst="rect">
            <a:avLst/>
          </a:prstGeom>
        </p:spPr>
        <p:txBody>
          <a:bodyPr spcFirstLastPara="1" wrap="square" lIns="91425" tIns="91425" rIns="91425" bIns="91425" anchor="t" anchorCtr="0">
            <a:noAutofit/>
          </a:bodyPr>
          <a:lstStyle>
            <a:lvl1pPr lvl="0">
              <a:spcBef>
                <a:spcPts val="0"/>
              </a:spcBef>
              <a:spcAft>
                <a:spcPts val="0"/>
              </a:spcAft>
              <a:buNone/>
              <a:defRPr sz="3800">
                <a:solidFill>
                  <a:schemeClr val="lt2"/>
                </a:solidFill>
              </a:defRPr>
            </a:lvl1pPr>
            <a:lvl2pPr lvl="1">
              <a:spcBef>
                <a:spcPts val="0"/>
              </a:spcBef>
              <a:spcAft>
                <a:spcPts val="0"/>
              </a:spcAft>
              <a:buNone/>
              <a:defRPr sz="3800">
                <a:solidFill>
                  <a:schemeClr val="lt2"/>
                </a:solidFill>
              </a:defRPr>
            </a:lvl2pPr>
            <a:lvl3pPr lvl="2">
              <a:spcBef>
                <a:spcPts val="0"/>
              </a:spcBef>
              <a:spcAft>
                <a:spcPts val="0"/>
              </a:spcAft>
              <a:buNone/>
              <a:defRPr sz="3800">
                <a:solidFill>
                  <a:schemeClr val="lt2"/>
                </a:solidFill>
              </a:defRPr>
            </a:lvl3pPr>
            <a:lvl4pPr lvl="3">
              <a:spcBef>
                <a:spcPts val="0"/>
              </a:spcBef>
              <a:spcAft>
                <a:spcPts val="0"/>
              </a:spcAft>
              <a:buNone/>
              <a:defRPr sz="3800">
                <a:solidFill>
                  <a:schemeClr val="lt2"/>
                </a:solidFill>
              </a:defRPr>
            </a:lvl4pPr>
            <a:lvl5pPr lvl="4">
              <a:spcBef>
                <a:spcPts val="0"/>
              </a:spcBef>
              <a:spcAft>
                <a:spcPts val="0"/>
              </a:spcAft>
              <a:buNone/>
              <a:defRPr sz="3800">
                <a:solidFill>
                  <a:schemeClr val="lt2"/>
                </a:solidFill>
              </a:defRPr>
            </a:lvl5pPr>
            <a:lvl6pPr lvl="5">
              <a:spcBef>
                <a:spcPts val="0"/>
              </a:spcBef>
              <a:spcAft>
                <a:spcPts val="0"/>
              </a:spcAft>
              <a:buNone/>
              <a:defRPr sz="3800">
                <a:solidFill>
                  <a:schemeClr val="lt2"/>
                </a:solidFill>
              </a:defRPr>
            </a:lvl6pPr>
            <a:lvl7pPr lvl="6">
              <a:spcBef>
                <a:spcPts val="0"/>
              </a:spcBef>
              <a:spcAft>
                <a:spcPts val="0"/>
              </a:spcAft>
              <a:buNone/>
              <a:defRPr sz="3800">
                <a:solidFill>
                  <a:schemeClr val="lt2"/>
                </a:solidFill>
              </a:defRPr>
            </a:lvl7pPr>
            <a:lvl8pPr lvl="7">
              <a:spcBef>
                <a:spcPts val="0"/>
              </a:spcBef>
              <a:spcAft>
                <a:spcPts val="0"/>
              </a:spcAft>
              <a:buNone/>
              <a:defRPr sz="3800">
                <a:solidFill>
                  <a:schemeClr val="lt2"/>
                </a:solidFill>
              </a:defRPr>
            </a:lvl8pPr>
            <a:lvl9pPr lvl="8">
              <a:spcBef>
                <a:spcPts val="0"/>
              </a:spcBef>
              <a:spcAft>
                <a:spcPts val="0"/>
              </a:spcAft>
              <a:buNone/>
              <a:defRPr sz="3800">
                <a:solidFill>
                  <a:schemeClr val="lt2"/>
                </a:solidFill>
              </a:defRPr>
            </a:lvl9pPr>
          </a:lstStyle>
          <a:p>
            <a:endParaRPr/>
          </a:p>
        </p:txBody>
      </p:sp>
      <p:pic>
        <p:nvPicPr>
          <p:cNvPr id="82" name="Google Shape;82;p10" descr="A blue starfish shape"/>
          <p:cNvPicPr preferRelativeResize="0"/>
          <p:nvPr/>
        </p:nvPicPr>
        <p:blipFill rotWithShape="1">
          <a:blip r:embed="rId2">
            <a:alphaModFix/>
          </a:blip>
          <a:srcRect t="28704" r="36507" b="49"/>
          <a:stretch/>
        </p:blipFill>
        <p:spPr>
          <a:xfrm>
            <a:off x="7510550" y="1"/>
            <a:ext cx="1633449" cy="1840901"/>
          </a:xfrm>
          <a:prstGeom prst="rect">
            <a:avLst/>
          </a:prstGeom>
          <a:noFill/>
          <a:ln>
            <a:noFill/>
          </a:ln>
        </p:spPr>
      </p:pic>
      <p:pic>
        <p:nvPicPr>
          <p:cNvPr id="83" name="Google Shape;83;p10" descr="A purple triangle"/>
          <p:cNvPicPr preferRelativeResize="0"/>
          <p:nvPr/>
        </p:nvPicPr>
        <p:blipFill rotWithShape="1">
          <a:blip r:embed="rId3">
            <a:alphaModFix/>
          </a:blip>
          <a:srcRect l="28114"/>
          <a:stretch/>
        </p:blipFill>
        <p:spPr>
          <a:xfrm>
            <a:off x="-14884" y="3068750"/>
            <a:ext cx="1059049" cy="14542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genda - 4 Steps">
  <p:cSld name="BLANK_1_1_1_1_1_1_2_1">
    <p:bg>
      <p:bgPr>
        <a:gradFill>
          <a:gsLst>
            <a:gs pos="0">
              <a:schemeClr val="dk1"/>
            </a:gs>
            <a:gs pos="50000">
              <a:schemeClr val="dk1"/>
            </a:gs>
            <a:gs pos="100000">
              <a:schemeClr val="dk2"/>
            </a:gs>
          </a:gsLst>
          <a:lin ang="2698631" scaled="0"/>
        </a:gradFill>
        <a:effectLst/>
      </p:bgPr>
    </p:bg>
    <p:spTree>
      <p:nvGrpSpPr>
        <p:cNvPr id="1" name="Shape 84"/>
        <p:cNvGrpSpPr/>
        <p:nvPr/>
      </p:nvGrpSpPr>
      <p:grpSpPr>
        <a:xfrm>
          <a:off x="0" y="0"/>
          <a:ext cx="0" cy="0"/>
          <a:chOff x="0" y="0"/>
          <a:chExt cx="0" cy="0"/>
        </a:xfrm>
      </p:grpSpPr>
      <p:sp>
        <p:nvSpPr>
          <p:cNvPr id="85" name="Google Shape;85;p11"/>
          <p:cNvSpPr txBox="1">
            <a:spLocks noGrp="1"/>
          </p:cNvSpPr>
          <p:nvPr>
            <p:ph type="subTitle" idx="1"/>
          </p:nvPr>
        </p:nvSpPr>
        <p:spPr>
          <a:xfrm>
            <a:off x="278075" y="2237650"/>
            <a:ext cx="737100" cy="690000"/>
          </a:xfrm>
          <a:prstGeom prst="rect">
            <a:avLst/>
          </a:prstGeom>
        </p:spPr>
        <p:txBody>
          <a:bodyPr spcFirstLastPara="1" wrap="square" lIns="118850" tIns="91425" rIns="91425" bIns="118850" anchor="t" anchorCtr="0">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a:endParaRPr/>
          </a:p>
        </p:txBody>
      </p:sp>
      <p:sp>
        <p:nvSpPr>
          <p:cNvPr id="86" name="Google Shape;86;p11"/>
          <p:cNvSpPr txBox="1">
            <a:spLocks noGrp="1"/>
          </p:cNvSpPr>
          <p:nvPr>
            <p:ph type="subTitle" idx="2"/>
          </p:nvPr>
        </p:nvSpPr>
        <p:spPr>
          <a:xfrm>
            <a:off x="2421138" y="2237650"/>
            <a:ext cx="737100" cy="690000"/>
          </a:xfrm>
          <a:prstGeom prst="rect">
            <a:avLst/>
          </a:prstGeom>
        </p:spPr>
        <p:txBody>
          <a:bodyPr spcFirstLastPara="1" wrap="square" lIns="118850" tIns="91425" rIns="91425" bIns="118850" anchor="t" anchorCtr="0">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a:endParaRPr/>
          </a:p>
        </p:txBody>
      </p:sp>
      <p:sp>
        <p:nvSpPr>
          <p:cNvPr id="87" name="Google Shape;87;p11"/>
          <p:cNvSpPr txBox="1">
            <a:spLocks noGrp="1"/>
          </p:cNvSpPr>
          <p:nvPr>
            <p:ph type="subTitle" idx="3"/>
          </p:nvPr>
        </p:nvSpPr>
        <p:spPr>
          <a:xfrm>
            <a:off x="4564188" y="2237650"/>
            <a:ext cx="737100" cy="690000"/>
          </a:xfrm>
          <a:prstGeom prst="rect">
            <a:avLst/>
          </a:prstGeom>
        </p:spPr>
        <p:txBody>
          <a:bodyPr spcFirstLastPara="1" wrap="square" lIns="118850" tIns="91425" rIns="91425" bIns="118850" anchor="t" anchorCtr="0">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a:endParaRPr/>
          </a:p>
        </p:txBody>
      </p:sp>
      <p:sp>
        <p:nvSpPr>
          <p:cNvPr id="88" name="Google Shape;88;p11"/>
          <p:cNvSpPr txBox="1">
            <a:spLocks noGrp="1"/>
          </p:cNvSpPr>
          <p:nvPr>
            <p:ph type="subTitle" idx="4"/>
          </p:nvPr>
        </p:nvSpPr>
        <p:spPr>
          <a:xfrm>
            <a:off x="6707238" y="2237650"/>
            <a:ext cx="737100" cy="690000"/>
          </a:xfrm>
          <a:prstGeom prst="rect">
            <a:avLst/>
          </a:prstGeom>
        </p:spPr>
        <p:txBody>
          <a:bodyPr spcFirstLastPara="1" wrap="square" lIns="118850" tIns="91425" rIns="91425" bIns="118850" anchor="t" anchorCtr="0">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a:endParaRPr/>
          </a:p>
        </p:txBody>
      </p:sp>
      <p:sp>
        <p:nvSpPr>
          <p:cNvPr id="89" name="Google Shape;89;p11"/>
          <p:cNvSpPr txBox="1">
            <a:spLocks noGrp="1"/>
          </p:cNvSpPr>
          <p:nvPr>
            <p:ph type="body" idx="5"/>
          </p:nvPr>
        </p:nvSpPr>
        <p:spPr>
          <a:xfrm>
            <a:off x="284525" y="2927650"/>
            <a:ext cx="2142900" cy="1886100"/>
          </a:xfrm>
          <a:prstGeom prst="rect">
            <a:avLst/>
          </a:prstGeom>
        </p:spPr>
        <p:txBody>
          <a:bodyPr spcFirstLastPara="1" wrap="square" lIns="182875" tIns="182875" rIns="182875"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90" name="Google Shape;90;p11"/>
          <p:cNvSpPr txBox="1">
            <a:spLocks noGrp="1"/>
          </p:cNvSpPr>
          <p:nvPr>
            <p:ph type="body" idx="6"/>
          </p:nvPr>
        </p:nvSpPr>
        <p:spPr>
          <a:xfrm>
            <a:off x="4570825" y="2927650"/>
            <a:ext cx="2142900" cy="1886100"/>
          </a:xfrm>
          <a:prstGeom prst="rect">
            <a:avLst/>
          </a:prstGeom>
        </p:spPr>
        <p:txBody>
          <a:bodyPr spcFirstLastPara="1" wrap="square" lIns="182875" tIns="182875" rIns="182875"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91" name="Google Shape;91;p11"/>
          <p:cNvSpPr txBox="1">
            <a:spLocks noGrp="1"/>
          </p:cNvSpPr>
          <p:nvPr>
            <p:ph type="body" idx="7"/>
          </p:nvPr>
        </p:nvSpPr>
        <p:spPr>
          <a:xfrm>
            <a:off x="6713975" y="2927650"/>
            <a:ext cx="2142900" cy="1886100"/>
          </a:xfrm>
          <a:prstGeom prst="rect">
            <a:avLst/>
          </a:prstGeom>
        </p:spPr>
        <p:txBody>
          <a:bodyPr spcFirstLastPara="1" wrap="square" lIns="182875" tIns="182875" rIns="182875"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92" name="Google Shape;92;p11"/>
          <p:cNvSpPr txBox="1">
            <a:spLocks noGrp="1"/>
          </p:cNvSpPr>
          <p:nvPr>
            <p:ph type="body" idx="8"/>
          </p:nvPr>
        </p:nvSpPr>
        <p:spPr>
          <a:xfrm>
            <a:off x="2427675" y="2927650"/>
            <a:ext cx="2142900" cy="1886100"/>
          </a:xfrm>
          <a:prstGeom prst="rect">
            <a:avLst/>
          </a:prstGeom>
        </p:spPr>
        <p:txBody>
          <a:bodyPr spcFirstLastPara="1" wrap="square" lIns="182875" tIns="182875" rIns="182875" bIns="0" anchor="t" anchorCtr="0">
            <a:spAutoFit/>
          </a:bodyPr>
          <a:lstStyle>
            <a:lvl1pPr marL="457200" lvl="0" indent="-292100">
              <a:spcBef>
                <a:spcPts val="0"/>
              </a:spcBef>
              <a:spcAft>
                <a:spcPts val="0"/>
              </a:spcAft>
              <a:buClr>
                <a:schemeClr val="lt1"/>
              </a:buClr>
              <a:buSzPts val="1000"/>
              <a:buChar char="●"/>
              <a:defRPr sz="1000"/>
            </a:lvl1pPr>
            <a:lvl2pPr marL="914400" lvl="1" indent="-292100">
              <a:spcBef>
                <a:spcPts val="0"/>
              </a:spcBef>
              <a:spcAft>
                <a:spcPts val="0"/>
              </a:spcAft>
              <a:buClr>
                <a:schemeClr val="lt1"/>
              </a:buClr>
              <a:buSzPts val="1000"/>
              <a:buChar char="○"/>
              <a:defRPr sz="1000"/>
            </a:lvl2pPr>
            <a:lvl3pPr marL="1371600" lvl="2" indent="-292100">
              <a:spcBef>
                <a:spcPts val="0"/>
              </a:spcBef>
              <a:spcAft>
                <a:spcPts val="0"/>
              </a:spcAft>
              <a:buClr>
                <a:schemeClr val="lt1"/>
              </a:buClr>
              <a:buSzPts val="1000"/>
              <a:buChar char="■"/>
              <a:defRPr sz="1000"/>
            </a:lvl3pPr>
            <a:lvl4pPr marL="1828800" lvl="3" indent="-292100">
              <a:spcBef>
                <a:spcPts val="0"/>
              </a:spcBef>
              <a:spcAft>
                <a:spcPts val="0"/>
              </a:spcAft>
              <a:buClr>
                <a:schemeClr val="lt1"/>
              </a:buClr>
              <a:buSzPts val="1000"/>
              <a:buChar char="●"/>
              <a:defRPr sz="1000"/>
            </a:lvl4pPr>
            <a:lvl5pPr marL="2286000" lvl="4" indent="-292100">
              <a:spcBef>
                <a:spcPts val="0"/>
              </a:spcBef>
              <a:spcAft>
                <a:spcPts val="0"/>
              </a:spcAft>
              <a:buClr>
                <a:schemeClr val="lt1"/>
              </a:buClr>
              <a:buSzPts val="1000"/>
              <a:buChar char="○"/>
              <a:defRPr sz="1000"/>
            </a:lvl5pPr>
            <a:lvl6pPr marL="2743200" lvl="5" indent="-292100">
              <a:spcBef>
                <a:spcPts val="0"/>
              </a:spcBef>
              <a:spcAft>
                <a:spcPts val="0"/>
              </a:spcAft>
              <a:buClr>
                <a:schemeClr val="lt1"/>
              </a:buClr>
              <a:buSzPts val="1000"/>
              <a:buChar char="■"/>
              <a:defRPr sz="1000"/>
            </a:lvl6pPr>
            <a:lvl7pPr marL="3200400" lvl="6" indent="-292100">
              <a:spcBef>
                <a:spcPts val="0"/>
              </a:spcBef>
              <a:spcAft>
                <a:spcPts val="0"/>
              </a:spcAft>
              <a:buClr>
                <a:schemeClr val="lt1"/>
              </a:buClr>
              <a:buSzPts val="1000"/>
              <a:buChar char="●"/>
              <a:defRPr sz="1000"/>
            </a:lvl7pPr>
            <a:lvl8pPr marL="3657600" lvl="7" indent="-292100">
              <a:spcBef>
                <a:spcPts val="0"/>
              </a:spcBef>
              <a:spcAft>
                <a:spcPts val="0"/>
              </a:spcAft>
              <a:buClr>
                <a:schemeClr val="lt1"/>
              </a:buClr>
              <a:buSzPts val="1000"/>
              <a:buChar char="○"/>
              <a:defRPr sz="1000"/>
            </a:lvl8pPr>
            <a:lvl9pPr marL="4114800" lvl="8" indent="-292100">
              <a:spcBef>
                <a:spcPts val="0"/>
              </a:spcBef>
              <a:spcAft>
                <a:spcPts val="0"/>
              </a:spcAft>
              <a:buClr>
                <a:schemeClr val="lt1"/>
              </a:buClr>
              <a:buSzPts val="1000"/>
              <a:buChar char="■"/>
              <a:defRPr sz="1000"/>
            </a:lvl9pPr>
          </a:lstStyle>
          <a:p>
            <a:endParaRPr/>
          </a:p>
        </p:txBody>
      </p:sp>
      <p:sp>
        <p:nvSpPr>
          <p:cNvPr id="93" name="Google Shape;93;p11"/>
          <p:cNvSpPr txBox="1">
            <a:spLocks noGrp="1"/>
          </p:cNvSpPr>
          <p:nvPr>
            <p:ph type="title"/>
          </p:nvPr>
        </p:nvSpPr>
        <p:spPr>
          <a:xfrm>
            <a:off x="284525" y="186900"/>
            <a:ext cx="3925800" cy="11406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a:endParaRPr/>
          </a:p>
        </p:txBody>
      </p:sp>
      <p:pic>
        <p:nvPicPr>
          <p:cNvPr id="94" name="Google Shape;94;p11" descr="A gray amoeba shape"/>
          <p:cNvPicPr preferRelativeResize="0"/>
          <p:nvPr/>
        </p:nvPicPr>
        <p:blipFill>
          <a:blip r:embed="rId2">
            <a:alphaModFix/>
          </a:blip>
          <a:stretch>
            <a:fillRect/>
          </a:stretch>
        </p:blipFill>
        <p:spPr>
          <a:xfrm>
            <a:off x="8124108" y="1813924"/>
            <a:ext cx="971676" cy="9984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body and images">
  <p:cSld name="BLANK_1_1_1_1_1_1_1_1_1_1_1_1">
    <p:bg>
      <p:bgPr>
        <a:gradFill>
          <a:gsLst>
            <a:gs pos="0">
              <a:schemeClr val="dk1"/>
            </a:gs>
            <a:gs pos="50000">
              <a:schemeClr val="dk1"/>
            </a:gs>
            <a:gs pos="100000">
              <a:schemeClr val="accent4"/>
            </a:gs>
          </a:gsLst>
          <a:lin ang="8099331" scaled="0"/>
        </a:gradFill>
        <a:effectLst/>
      </p:bgPr>
    </p:bg>
    <p:spTree>
      <p:nvGrpSpPr>
        <p:cNvPr id="1" name="Shape 95"/>
        <p:cNvGrpSpPr/>
        <p:nvPr/>
      </p:nvGrpSpPr>
      <p:grpSpPr>
        <a:xfrm>
          <a:off x="0" y="0"/>
          <a:ext cx="0" cy="0"/>
          <a:chOff x="0" y="0"/>
          <a:chExt cx="0" cy="0"/>
        </a:xfrm>
      </p:grpSpPr>
      <p:sp>
        <p:nvSpPr>
          <p:cNvPr id="96" name="Google Shape;96;p12"/>
          <p:cNvSpPr/>
          <p:nvPr/>
        </p:nvSpPr>
        <p:spPr>
          <a:xfrm>
            <a:off x="284700" y="286200"/>
            <a:ext cx="4029600" cy="4571400"/>
          </a:xfrm>
          <a:prstGeom prst="roundRect">
            <a:avLst>
              <a:gd name="adj" fmla="val 9099"/>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pic>
        <p:nvPicPr>
          <p:cNvPr id="97" name="Google Shape;97;p12" descr="A blue square"/>
          <p:cNvPicPr preferRelativeResize="0"/>
          <p:nvPr/>
        </p:nvPicPr>
        <p:blipFill rotWithShape="1">
          <a:blip r:embed="rId2">
            <a:alphaModFix/>
          </a:blip>
          <a:srcRect l="26923" t="-12036" r="-15052" b="-12048"/>
          <a:stretch/>
        </p:blipFill>
        <p:spPr>
          <a:xfrm>
            <a:off x="291750" y="3494275"/>
            <a:ext cx="516850" cy="737175"/>
          </a:xfrm>
          <a:prstGeom prst="rect">
            <a:avLst/>
          </a:prstGeom>
          <a:noFill/>
          <a:ln>
            <a:noFill/>
          </a:ln>
        </p:spPr>
      </p:pic>
      <p:sp>
        <p:nvSpPr>
          <p:cNvPr id="98" name="Google Shape;98;p12"/>
          <p:cNvSpPr txBox="1">
            <a:spLocks noGrp="1"/>
          </p:cNvSpPr>
          <p:nvPr>
            <p:ph type="body" idx="1"/>
          </p:nvPr>
        </p:nvSpPr>
        <p:spPr>
          <a:xfrm>
            <a:off x="4618950" y="1797750"/>
            <a:ext cx="2073300" cy="18804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sz="1000"/>
            </a:lvl1pPr>
            <a:lvl2pPr marL="914400" lvl="1" indent="-292100">
              <a:spcBef>
                <a:spcPts val="800"/>
              </a:spcBef>
              <a:spcAft>
                <a:spcPts val="0"/>
              </a:spcAft>
              <a:buSzPts val="1000"/>
              <a:buChar char="○"/>
              <a:defRPr sz="1000"/>
            </a:lvl2pPr>
            <a:lvl3pPr marL="1371600" lvl="2" indent="-292100">
              <a:spcBef>
                <a:spcPts val="800"/>
              </a:spcBef>
              <a:spcAft>
                <a:spcPts val="0"/>
              </a:spcAft>
              <a:buSzPts val="1000"/>
              <a:buChar char="■"/>
              <a:defRPr sz="1000"/>
            </a:lvl3pPr>
            <a:lvl4pPr marL="1828800" lvl="3" indent="-292100">
              <a:spcBef>
                <a:spcPts val="800"/>
              </a:spcBef>
              <a:spcAft>
                <a:spcPts val="0"/>
              </a:spcAft>
              <a:buSzPts val="1000"/>
              <a:buChar char="●"/>
              <a:defRPr sz="1000"/>
            </a:lvl4pPr>
            <a:lvl5pPr marL="2286000" lvl="4" indent="-292100">
              <a:spcBef>
                <a:spcPts val="800"/>
              </a:spcBef>
              <a:spcAft>
                <a:spcPts val="0"/>
              </a:spcAft>
              <a:buSzPts val="1000"/>
              <a:buChar char="○"/>
              <a:defRPr sz="1000"/>
            </a:lvl5pPr>
            <a:lvl6pPr marL="2743200" lvl="5" indent="-292100">
              <a:spcBef>
                <a:spcPts val="800"/>
              </a:spcBef>
              <a:spcAft>
                <a:spcPts val="0"/>
              </a:spcAft>
              <a:buSzPts val="1000"/>
              <a:buChar char="■"/>
              <a:defRPr sz="1000"/>
            </a:lvl6pPr>
            <a:lvl7pPr marL="3200400" lvl="6" indent="-292100">
              <a:spcBef>
                <a:spcPts val="800"/>
              </a:spcBef>
              <a:spcAft>
                <a:spcPts val="0"/>
              </a:spcAft>
              <a:buSzPts val="1000"/>
              <a:buChar char="●"/>
              <a:defRPr sz="1000"/>
            </a:lvl7pPr>
            <a:lvl8pPr marL="3657600" lvl="7" indent="-292100">
              <a:spcBef>
                <a:spcPts val="800"/>
              </a:spcBef>
              <a:spcAft>
                <a:spcPts val="0"/>
              </a:spcAft>
              <a:buSzPts val="1000"/>
              <a:buChar char="○"/>
              <a:defRPr sz="1000"/>
            </a:lvl8pPr>
            <a:lvl9pPr marL="4114800" lvl="8" indent="-292100">
              <a:spcBef>
                <a:spcPts val="800"/>
              </a:spcBef>
              <a:spcAft>
                <a:spcPts val="800"/>
              </a:spcAft>
              <a:buSzPts val="1000"/>
              <a:buChar char="■"/>
              <a:defRPr sz="1000"/>
            </a:lvl9pPr>
          </a:lstStyle>
          <a:p>
            <a:endParaRPr/>
          </a:p>
        </p:txBody>
      </p:sp>
      <p:sp>
        <p:nvSpPr>
          <p:cNvPr id="99" name="Google Shape;99;p12"/>
          <p:cNvSpPr txBox="1">
            <a:spLocks noGrp="1"/>
          </p:cNvSpPr>
          <p:nvPr>
            <p:ph type="title"/>
          </p:nvPr>
        </p:nvSpPr>
        <p:spPr>
          <a:xfrm>
            <a:off x="4618950" y="198100"/>
            <a:ext cx="4240200" cy="1140600"/>
          </a:xfrm>
          <a:prstGeom prst="rect">
            <a:avLst/>
          </a:prstGeom>
        </p:spPr>
        <p:txBody>
          <a:bodyPr spcFirstLastPara="1" wrap="square" lIns="0" tIns="91425" rIns="91425" bIns="91425" anchor="t" anchorCtr="0">
            <a:no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a:endParaRPr/>
          </a:p>
        </p:txBody>
      </p:sp>
      <p:sp>
        <p:nvSpPr>
          <p:cNvPr id="100" name="Google Shape;100;p12"/>
          <p:cNvSpPr txBox="1">
            <a:spLocks noGrp="1"/>
          </p:cNvSpPr>
          <p:nvPr>
            <p:ph type="body" idx="2"/>
          </p:nvPr>
        </p:nvSpPr>
        <p:spPr>
          <a:xfrm>
            <a:off x="6786000" y="1797750"/>
            <a:ext cx="2073300" cy="21279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800"/>
              </a:spcBef>
              <a:spcAft>
                <a:spcPts val="0"/>
              </a:spcAft>
              <a:buClr>
                <a:schemeClr val="lt1"/>
              </a:buClr>
              <a:buSzPts val="1000"/>
              <a:buFont typeface="Inter"/>
              <a:buChar char="○"/>
              <a:defRPr sz="1000"/>
            </a:lvl2pPr>
            <a:lvl3pPr marL="1371600" lvl="2" indent="-292100">
              <a:spcBef>
                <a:spcPts val="800"/>
              </a:spcBef>
              <a:spcAft>
                <a:spcPts val="0"/>
              </a:spcAft>
              <a:buClr>
                <a:schemeClr val="lt1"/>
              </a:buClr>
              <a:buSzPts val="1000"/>
              <a:buFont typeface="Inter"/>
              <a:buChar char="■"/>
              <a:defRPr sz="1000"/>
            </a:lvl3pPr>
            <a:lvl4pPr marL="1828800" lvl="3" indent="-292100">
              <a:spcBef>
                <a:spcPts val="800"/>
              </a:spcBef>
              <a:spcAft>
                <a:spcPts val="0"/>
              </a:spcAft>
              <a:buClr>
                <a:schemeClr val="lt1"/>
              </a:buClr>
              <a:buSzPts val="1000"/>
              <a:buFont typeface="Inter"/>
              <a:buChar char="●"/>
              <a:defRPr sz="1000"/>
            </a:lvl4pPr>
            <a:lvl5pPr marL="2286000" lvl="4" indent="-292100">
              <a:spcBef>
                <a:spcPts val="800"/>
              </a:spcBef>
              <a:spcAft>
                <a:spcPts val="0"/>
              </a:spcAft>
              <a:buClr>
                <a:schemeClr val="lt1"/>
              </a:buClr>
              <a:buSzPts val="1000"/>
              <a:buFont typeface="Inter"/>
              <a:buChar char="○"/>
              <a:defRPr sz="1000"/>
            </a:lvl5pPr>
            <a:lvl6pPr marL="2743200" lvl="5" indent="-292100">
              <a:spcBef>
                <a:spcPts val="800"/>
              </a:spcBef>
              <a:spcAft>
                <a:spcPts val="0"/>
              </a:spcAft>
              <a:buClr>
                <a:schemeClr val="lt1"/>
              </a:buClr>
              <a:buSzPts val="1000"/>
              <a:buFont typeface="Inter"/>
              <a:buChar char="■"/>
              <a:defRPr sz="1000"/>
            </a:lvl6pPr>
            <a:lvl7pPr marL="3200400" lvl="6" indent="-292100">
              <a:spcBef>
                <a:spcPts val="800"/>
              </a:spcBef>
              <a:spcAft>
                <a:spcPts val="0"/>
              </a:spcAft>
              <a:buClr>
                <a:schemeClr val="lt1"/>
              </a:buClr>
              <a:buSzPts val="1000"/>
              <a:buFont typeface="Inter"/>
              <a:buChar char="●"/>
              <a:defRPr sz="1000"/>
            </a:lvl7pPr>
            <a:lvl8pPr marL="3657600" lvl="7" indent="-292100">
              <a:spcBef>
                <a:spcPts val="800"/>
              </a:spcBef>
              <a:spcAft>
                <a:spcPts val="0"/>
              </a:spcAft>
              <a:buClr>
                <a:schemeClr val="lt1"/>
              </a:buClr>
              <a:buSzPts val="1000"/>
              <a:buFont typeface="Inter"/>
              <a:buChar char="○"/>
              <a:defRPr sz="1000"/>
            </a:lvl8pPr>
            <a:lvl9pPr marL="4114800" lvl="8" indent="-292100">
              <a:spcBef>
                <a:spcPts val="800"/>
              </a:spcBef>
              <a:spcAft>
                <a:spcPts val="800"/>
              </a:spcAft>
              <a:buClr>
                <a:schemeClr val="lt1"/>
              </a:buClr>
              <a:buSzPts val="1000"/>
              <a:buFont typeface="Inter"/>
              <a:buChar char="■"/>
              <a:defRPr sz="1000"/>
            </a:lvl9pPr>
          </a:lstStyle>
          <a:p>
            <a:endParaRPr/>
          </a:p>
        </p:txBody>
      </p:sp>
      <p:pic>
        <p:nvPicPr>
          <p:cNvPr id="101" name="Google Shape;101;p12" descr="A purple amoeba shape"/>
          <p:cNvPicPr preferRelativeResize="0"/>
          <p:nvPr/>
        </p:nvPicPr>
        <p:blipFill>
          <a:blip r:embed="rId3">
            <a:alphaModFix/>
          </a:blip>
          <a:stretch>
            <a:fillRect/>
          </a:stretch>
        </p:blipFill>
        <p:spPr>
          <a:xfrm>
            <a:off x="1183026" y="1414850"/>
            <a:ext cx="2232949" cy="2313800"/>
          </a:xfrm>
          <a:prstGeom prst="rect">
            <a:avLst/>
          </a:prstGeom>
          <a:noFill/>
          <a:ln>
            <a:noFill/>
          </a:ln>
        </p:spPr>
      </p:pic>
      <p:pic>
        <p:nvPicPr>
          <p:cNvPr id="102" name="Google Shape;102;p12" descr="A red ball"/>
          <p:cNvPicPr preferRelativeResize="0"/>
          <p:nvPr/>
        </p:nvPicPr>
        <p:blipFill>
          <a:blip r:embed="rId4">
            <a:alphaModFix/>
          </a:blip>
          <a:stretch>
            <a:fillRect/>
          </a:stretch>
        </p:blipFill>
        <p:spPr>
          <a:xfrm>
            <a:off x="3332375" y="1158725"/>
            <a:ext cx="411375" cy="4254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body and 2 points">
  <p:cSld name="BLANK_1_1_1_1_1_1_1_1_1_1_1_1_2">
    <p:spTree>
      <p:nvGrpSpPr>
        <p:cNvPr id="1" name="Shape 103"/>
        <p:cNvGrpSpPr/>
        <p:nvPr/>
      </p:nvGrpSpPr>
      <p:grpSpPr>
        <a:xfrm>
          <a:off x="0" y="0"/>
          <a:ext cx="0" cy="0"/>
          <a:chOff x="0" y="0"/>
          <a:chExt cx="0" cy="0"/>
        </a:xfrm>
      </p:grpSpPr>
      <p:sp>
        <p:nvSpPr>
          <p:cNvPr id="104" name="Google Shape;104;p13"/>
          <p:cNvSpPr txBox="1">
            <a:spLocks noGrp="1"/>
          </p:cNvSpPr>
          <p:nvPr>
            <p:ph type="subTitle" idx="1"/>
          </p:nvPr>
        </p:nvSpPr>
        <p:spPr>
          <a:xfrm>
            <a:off x="2553150" y="3197375"/>
            <a:ext cx="1677900" cy="898800"/>
          </a:xfrm>
          <a:prstGeom prst="rect">
            <a:avLst/>
          </a:prstGeom>
        </p:spPr>
        <p:txBody>
          <a:bodyPr spcFirstLastPara="1" wrap="square" lIns="0" tIns="0" rIns="0" bIns="0" anchor="t" anchorCtr="0">
            <a:noAutofit/>
          </a:bodyPr>
          <a:lstStyle>
            <a:lvl1pPr lvl="0">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1pPr>
            <a:lvl2pPr lvl="1">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2pPr>
            <a:lvl3pPr lvl="2">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3pPr>
            <a:lvl4pPr lvl="3">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4pPr>
            <a:lvl5pPr lvl="4">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5pPr>
            <a:lvl6pPr lvl="5">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6pPr>
            <a:lvl7pPr lvl="6">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7pPr>
            <a:lvl8pPr lvl="7">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8pPr>
            <a:lvl9pPr lvl="8">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9pPr>
          </a:lstStyle>
          <a:p>
            <a:endParaRPr/>
          </a:p>
        </p:txBody>
      </p:sp>
      <p:sp>
        <p:nvSpPr>
          <p:cNvPr id="105" name="Google Shape;105;p13"/>
          <p:cNvSpPr txBox="1">
            <a:spLocks noGrp="1"/>
          </p:cNvSpPr>
          <p:nvPr>
            <p:ph type="subTitle" idx="2"/>
          </p:nvPr>
        </p:nvSpPr>
        <p:spPr>
          <a:xfrm>
            <a:off x="6840450" y="3197375"/>
            <a:ext cx="1673700" cy="898800"/>
          </a:xfrm>
          <a:prstGeom prst="rect">
            <a:avLst/>
          </a:prstGeom>
        </p:spPr>
        <p:txBody>
          <a:bodyPr spcFirstLastPara="1" wrap="square" lIns="0" tIns="0" rIns="0" bIns="0" anchor="t" anchorCtr="0">
            <a:noAutofit/>
          </a:bodyPr>
          <a:lstStyle>
            <a:lvl1pPr lvl="0">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1pPr>
            <a:lvl2pPr lvl="1">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2pPr>
            <a:lvl3pPr lvl="2">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3pPr>
            <a:lvl4pPr lvl="3">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4pPr>
            <a:lvl5pPr lvl="4">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5pPr>
            <a:lvl6pPr lvl="5">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6pPr>
            <a:lvl7pPr lvl="6">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7pPr>
            <a:lvl8pPr lvl="7">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8pPr>
            <a:lvl9pPr lvl="8">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9pPr>
          </a:lstStyle>
          <a:p>
            <a:endParaRPr/>
          </a:p>
        </p:txBody>
      </p:sp>
      <p:sp>
        <p:nvSpPr>
          <p:cNvPr id="106" name="Google Shape;106;p13"/>
          <p:cNvSpPr txBox="1">
            <a:spLocks noGrp="1"/>
          </p:cNvSpPr>
          <p:nvPr>
            <p:ph type="title"/>
          </p:nvPr>
        </p:nvSpPr>
        <p:spPr>
          <a:xfrm>
            <a:off x="284525" y="186900"/>
            <a:ext cx="3925800" cy="14763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a:endParaRPr/>
          </a:p>
        </p:txBody>
      </p:sp>
      <p:sp>
        <p:nvSpPr>
          <p:cNvPr id="107" name="Google Shape;107;p13"/>
          <p:cNvSpPr txBox="1">
            <a:spLocks noGrp="1"/>
          </p:cNvSpPr>
          <p:nvPr>
            <p:ph type="subTitle" idx="3"/>
          </p:nvPr>
        </p:nvSpPr>
        <p:spPr>
          <a:xfrm>
            <a:off x="301750" y="905925"/>
            <a:ext cx="5643000" cy="660300"/>
          </a:xfrm>
          <a:prstGeom prst="rect">
            <a:avLst/>
          </a:prstGeom>
        </p:spPr>
        <p:txBody>
          <a:bodyPr spcFirstLastPara="1" wrap="square" lIns="0" tIns="0" rIns="0" bIns="0" anchor="t" anchorCtr="0">
            <a:noAutofit/>
          </a:bodyPr>
          <a:lstStyle>
            <a:lvl1pPr lvl="0">
              <a:lnSpc>
                <a:spcPct val="115000"/>
              </a:lnSpc>
              <a:spcBef>
                <a:spcPts val="0"/>
              </a:spcBef>
              <a:spcAft>
                <a:spcPts val="0"/>
              </a:spcAft>
              <a:buClr>
                <a:schemeClr val="lt1"/>
              </a:buClr>
              <a:buSzPts val="1300"/>
              <a:buFont typeface="Inter"/>
              <a:buNone/>
              <a:defRPr sz="1300">
                <a:latin typeface="Inter"/>
                <a:ea typeface="Inter"/>
                <a:cs typeface="Inter"/>
                <a:sym typeface="Inter"/>
              </a:defRPr>
            </a:lvl1pPr>
            <a:lvl2pPr lvl="1">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2pPr>
            <a:lvl3pPr lvl="2">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3pPr>
            <a:lvl4pPr lvl="3">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4pPr>
            <a:lvl5pPr lvl="4">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5pPr>
            <a:lvl6pPr lvl="5">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6pPr>
            <a:lvl7pPr lvl="6">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7pPr>
            <a:lvl8pPr lvl="7">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8pPr>
            <a:lvl9pPr lvl="8">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9pPr>
          </a:lstStyle>
          <a:p>
            <a:endParaRPr/>
          </a:p>
        </p:txBody>
      </p:sp>
      <p:sp>
        <p:nvSpPr>
          <p:cNvPr id="108" name="Google Shape;108;p13"/>
          <p:cNvSpPr txBox="1">
            <a:spLocks noGrp="1"/>
          </p:cNvSpPr>
          <p:nvPr>
            <p:ph type="body" idx="4"/>
          </p:nvPr>
        </p:nvSpPr>
        <p:spPr>
          <a:xfrm>
            <a:off x="2553150" y="4096150"/>
            <a:ext cx="1673700" cy="6603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sz="1000"/>
            </a:lvl1pPr>
            <a:lvl2pPr marL="914400" lvl="1" indent="-292100">
              <a:spcBef>
                <a:spcPts val="800"/>
              </a:spcBef>
              <a:spcAft>
                <a:spcPts val="0"/>
              </a:spcAft>
              <a:buSzPts val="1000"/>
              <a:buChar char="○"/>
              <a:defRPr sz="1000"/>
            </a:lvl2pPr>
            <a:lvl3pPr marL="1371600" lvl="2" indent="-292100">
              <a:spcBef>
                <a:spcPts val="800"/>
              </a:spcBef>
              <a:spcAft>
                <a:spcPts val="0"/>
              </a:spcAft>
              <a:buSzPts val="1000"/>
              <a:buChar char="■"/>
              <a:defRPr sz="1000"/>
            </a:lvl3pPr>
            <a:lvl4pPr marL="1828800" lvl="3" indent="-292100">
              <a:spcBef>
                <a:spcPts val="800"/>
              </a:spcBef>
              <a:spcAft>
                <a:spcPts val="0"/>
              </a:spcAft>
              <a:buSzPts val="1000"/>
              <a:buChar char="●"/>
              <a:defRPr sz="1000"/>
            </a:lvl4pPr>
            <a:lvl5pPr marL="2286000" lvl="4" indent="-292100">
              <a:spcBef>
                <a:spcPts val="800"/>
              </a:spcBef>
              <a:spcAft>
                <a:spcPts val="0"/>
              </a:spcAft>
              <a:buSzPts val="1000"/>
              <a:buChar char="○"/>
              <a:defRPr sz="1000"/>
            </a:lvl5pPr>
            <a:lvl6pPr marL="2743200" lvl="5" indent="-292100">
              <a:spcBef>
                <a:spcPts val="800"/>
              </a:spcBef>
              <a:spcAft>
                <a:spcPts val="0"/>
              </a:spcAft>
              <a:buSzPts val="1000"/>
              <a:buChar char="■"/>
              <a:defRPr sz="1000"/>
            </a:lvl6pPr>
            <a:lvl7pPr marL="3200400" lvl="6" indent="-292100">
              <a:spcBef>
                <a:spcPts val="800"/>
              </a:spcBef>
              <a:spcAft>
                <a:spcPts val="0"/>
              </a:spcAft>
              <a:buSzPts val="1000"/>
              <a:buChar char="●"/>
              <a:defRPr sz="1000"/>
            </a:lvl7pPr>
            <a:lvl8pPr marL="3657600" lvl="7" indent="-292100">
              <a:spcBef>
                <a:spcPts val="800"/>
              </a:spcBef>
              <a:spcAft>
                <a:spcPts val="0"/>
              </a:spcAft>
              <a:buSzPts val="1000"/>
              <a:buChar char="○"/>
              <a:defRPr sz="1000"/>
            </a:lvl8pPr>
            <a:lvl9pPr marL="4114800" lvl="8" indent="-292100">
              <a:spcBef>
                <a:spcPts val="800"/>
              </a:spcBef>
              <a:spcAft>
                <a:spcPts val="800"/>
              </a:spcAft>
              <a:buSzPts val="1000"/>
              <a:buChar char="■"/>
              <a:defRPr sz="1000"/>
            </a:lvl9pPr>
          </a:lstStyle>
          <a:p>
            <a:endParaRPr/>
          </a:p>
        </p:txBody>
      </p:sp>
      <p:sp>
        <p:nvSpPr>
          <p:cNvPr id="109" name="Google Shape;109;p13"/>
          <p:cNvSpPr txBox="1">
            <a:spLocks noGrp="1"/>
          </p:cNvSpPr>
          <p:nvPr>
            <p:ph type="body" idx="5"/>
          </p:nvPr>
        </p:nvSpPr>
        <p:spPr>
          <a:xfrm>
            <a:off x="6840450" y="4096150"/>
            <a:ext cx="1673700" cy="660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800"/>
              </a:spcBef>
              <a:spcAft>
                <a:spcPts val="0"/>
              </a:spcAft>
              <a:buClr>
                <a:schemeClr val="lt1"/>
              </a:buClr>
              <a:buSzPts val="1000"/>
              <a:buFont typeface="Inter"/>
              <a:buChar char="○"/>
              <a:defRPr sz="1000"/>
            </a:lvl2pPr>
            <a:lvl3pPr marL="1371600" lvl="2" indent="-292100">
              <a:spcBef>
                <a:spcPts val="800"/>
              </a:spcBef>
              <a:spcAft>
                <a:spcPts val="0"/>
              </a:spcAft>
              <a:buClr>
                <a:schemeClr val="lt1"/>
              </a:buClr>
              <a:buSzPts val="1000"/>
              <a:buFont typeface="Inter"/>
              <a:buChar char="■"/>
              <a:defRPr sz="1000"/>
            </a:lvl3pPr>
            <a:lvl4pPr marL="1828800" lvl="3" indent="-292100">
              <a:spcBef>
                <a:spcPts val="800"/>
              </a:spcBef>
              <a:spcAft>
                <a:spcPts val="0"/>
              </a:spcAft>
              <a:buClr>
                <a:schemeClr val="lt1"/>
              </a:buClr>
              <a:buSzPts val="1000"/>
              <a:buFont typeface="Inter"/>
              <a:buChar char="●"/>
              <a:defRPr sz="1000"/>
            </a:lvl4pPr>
            <a:lvl5pPr marL="2286000" lvl="4" indent="-292100">
              <a:spcBef>
                <a:spcPts val="800"/>
              </a:spcBef>
              <a:spcAft>
                <a:spcPts val="0"/>
              </a:spcAft>
              <a:buClr>
                <a:schemeClr val="lt1"/>
              </a:buClr>
              <a:buSzPts val="1000"/>
              <a:buFont typeface="Inter"/>
              <a:buChar char="○"/>
              <a:defRPr sz="1000"/>
            </a:lvl5pPr>
            <a:lvl6pPr marL="2743200" lvl="5" indent="-292100">
              <a:spcBef>
                <a:spcPts val="800"/>
              </a:spcBef>
              <a:spcAft>
                <a:spcPts val="0"/>
              </a:spcAft>
              <a:buClr>
                <a:schemeClr val="lt1"/>
              </a:buClr>
              <a:buSzPts val="1000"/>
              <a:buFont typeface="Inter"/>
              <a:buChar char="■"/>
              <a:defRPr sz="1000"/>
            </a:lvl6pPr>
            <a:lvl7pPr marL="3200400" lvl="6" indent="-292100">
              <a:spcBef>
                <a:spcPts val="800"/>
              </a:spcBef>
              <a:spcAft>
                <a:spcPts val="0"/>
              </a:spcAft>
              <a:buClr>
                <a:schemeClr val="lt1"/>
              </a:buClr>
              <a:buSzPts val="1000"/>
              <a:buFont typeface="Inter"/>
              <a:buChar char="●"/>
              <a:defRPr sz="1000"/>
            </a:lvl7pPr>
            <a:lvl8pPr marL="3657600" lvl="7" indent="-292100">
              <a:spcBef>
                <a:spcPts val="800"/>
              </a:spcBef>
              <a:spcAft>
                <a:spcPts val="0"/>
              </a:spcAft>
              <a:buClr>
                <a:schemeClr val="lt1"/>
              </a:buClr>
              <a:buSzPts val="1000"/>
              <a:buFont typeface="Inter"/>
              <a:buChar char="○"/>
              <a:defRPr sz="1000"/>
            </a:lvl8pPr>
            <a:lvl9pPr marL="4114800" lvl="8" indent="-292100">
              <a:spcBef>
                <a:spcPts val="800"/>
              </a:spcBef>
              <a:spcAft>
                <a:spcPts val="800"/>
              </a:spcAft>
              <a:buClr>
                <a:schemeClr val="lt1"/>
              </a:buClr>
              <a:buSzPts val="1000"/>
              <a:buFont typeface="Inter"/>
              <a:buChar char="■"/>
              <a:defRPr sz="10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body and 3 points">
  <p:cSld name="BLANK_1_1_1_1_1_1_1_1_1_1_1_1_2_1">
    <p:spTree>
      <p:nvGrpSpPr>
        <p:cNvPr id="1" name="Shape 110"/>
        <p:cNvGrpSpPr/>
        <p:nvPr/>
      </p:nvGrpSpPr>
      <p:grpSpPr>
        <a:xfrm>
          <a:off x="0" y="0"/>
          <a:ext cx="0" cy="0"/>
          <a:chOff x="0" y="0"/>
          <a:chExt cx="0" cy="0"/>
        </a:xfrm>
      </p:grpSpPr>
      <p:sp>
        <p:nvSpPr>
          <p:cNvPr id="111" name="Google Shape;111;p14"/>
          <p:cNvSpPr txBox="1">
            <a:spLocks noGrp="1"/>
          </p:cNvSpPr>
          <p:nvPr>
            <p:ph type="title"/>
          </p:nvPr>
        </p:nvSpPr>
        <p:spPr>
          <a:xfrm>
            <a:off x="284525" y="186900"/>
            <a:ext cx="4380900" cy="17448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a:endParaRPr/>
          </a:p>
        </p:txBody>
      </p:sp>
      <p:sp>
        <p:nvSpPr>
          <p:cNvPr id="112" name="Google Shape;112;p14"/>
          <p:cNvSpPr txBox="1">
            <a:spLocks noGrp="1"/>
          </p:cNvSpPr>
          <p:nvPr>
            <p:ph type="subTitle" idx="1"/>
          </p:nvPr>
        </p:nvSpPr>
        <p:spPr>
          <a:xfrm>
            <a:off x="301750" y="4197161"/>
            <a:ext cx="4176600" cy="660300"/>
          </a:xfrm>
          <a:prstGeom prst="rect">
            <a:avLst/>
          </a:prstGeom>
        </p:spPr>
        <p:txBody>
          <a:bodyPr spcFirstLastPara="1" wrap="square" lIns="0" tIns="0" rIns="0" bIns="0" anchor="b" anchorCtr="0">
            <a:noAutofit/>
          </a:bodyPr>
          <a:lstStyle>
            <a:lvl1pPr lvl="0">
              <a:lnSpc>
                <a:spcPct val="115000"/>
              </a:lnSpc>
              <a:spcBef>
                <a:spcPts val="0"/>
              </a:spcBef>
              <a:spcAft>
                <a:spcPts val="0"/>
              </a:spcAft>
              <a:buClr>
                <a:schemeClr val="lt1"/>
              </a:buClr>
              <a:buSzPts val="1300"/>
              <a:buFont typeface="Inter"/>
              <a:buNone/>
              <a:defRPr sz="1300">
                <a:latin typeface="Inter"/>
                <a:ea typeface="Inter"/>
                <a:cs typeface="Inter"/>
                <a:sym typeface="Inter"/>
              </a:defRPr>
            </a:lvl1pPr>
            <a:lvl2pPr lvl="1">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2pPr>
            <a:lvl3pPr lvl="2">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3pPr>
            <a:lvl4pPr lvl="3">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4pPr>
            <a:lvl5pPr lvl="4">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5pPr>
            <a:lvl6pPr lvl="5">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6pPr>
            <a:lvl7pPr lvl="6">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7pPr>
            <a:lvl8pPr lvl="7">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8pPr>
            <a:lvl9pPr lvl="8">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9pPr>
          </a:lstStyle>
          <a:p>
            <a:endParaRPr/>
          </a:p>
        </p:txBody>
      </p:sp>
      <p:sp>
        <p:nvSpPr>
          <p:cNvPr id="113" name="Google Shape;113;p14"/>
          <p:cNvSpPr txBox="1">
            <a:spLocks noGrp="1"/>
          </p:cNvSpPr>
          <p:nvPr>
            <p:ph type="subTitle" idx="2"/>
          </p:nvPr>
        </p:nvSpPr>
        <p:spPr>
          <a:xfrm>
            <a:off x="6125775" y="292450"/>
            <a:ext cx="2733600" cy="3393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114" name="Google Shape;114;p14"/>
          <p:cNvSpPr txBox="1">
            <a:spLocks noGrp="1"/>
          </p:cNvSpPr>
          <p:nvPr>
            <p:ph type="body" idx="3"/>
          </p:nvPr>
        </p:nvSpPr>
        <p:spPr>
          <a:xfrm>
            <a:off x="6125775" y="631800"/>
            <a:ext cx="2733600" cy="660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15" name="Google Shape;115;p14"/>
          <p:cNvSpPr txBox="1">
            <a:spLocks noGrp="1"/>
          </p:cNvSpPr>
          <p:nvPr>
            <p:ph type="subTitle" idx="4"/>
          </p:nvPr>
        </p:nvSpPr>
        <p:spPr>
          <a:xfrm>
            <a:off x="6125775" y="1873550"/>
            <a:ext cx="2733600" cy="3393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116" name="Google Shape;116;p14"/>
          <p:cNvSpPr txBox="1">
            <a:spLocks noGrp="1"/>
          </p:cNvSpPr>
          <p:nvPr>
            <p:ph type="body" idx="5"/>
          </p:nvPr>
        </p:nvSpPr>
        <p:spPr>
          <a:xfrm>
            <a:off x="6125775" y="2212900"/>
            <a:ext cx="2733600" cy="660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17" name="Google Shape;117;p14"/>
          <p:cNvSpPr txBox="1">
            <a:spLocks noGrp="1"/>
          </p:cNvSpPr>
          <p:nvPr>
            <p:ph type="subTitle" idx="6"/>
          </p:nvPr>
        </p:nvSpPr>
        <p:spPr>
          <a:xfrm>
            <a:off x="6132150" y="3454650"/>
            <a:ext cx="2733600" cy="3393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118" name="Google Shape;118;p14"/>
          <p:cNvSpPr txBox="1">
            <a:spLocks noGrp="1"/>
          </p:cNvSpPr>
          <p:nvPr>
            <p:ph type="body" idx="7"/>
          </p:nvPr>
        </p:nvSpPr>
        <p:spPr>
          <a:xfrm>
            <a:off x="6132150" y="3794000"/>
            <a:ext cx="2733600" cy="660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bullets and 2 points">
  <p:cSld name="BLANK_1_1_1_1_1_1_1_1_1_1_1_1_2_1_1">
    <p:spTree>
      <p:nvGrpSpPr>
        <p:cNvPr id="1" name="Shape 119"/>
        <p:cNvGrpSpPr/>
        <p:nvPr/>
      </p:nvGrpSpPr>
      <p:grpSpPr>
        <a:xfrm>
          <a:off x="0" y="0"/>
          <a:ext cx="0" cy="0"/>
          <a:chOff x="0" y="0"/>
          <a:chExt cx="0" cy="0"/>
        </a:xfrm>
      </p:grpSpPr>
      <p:sp>
        <p:nvSpPr>
          <p:cNvPr id="120" name="Google Shape;120;p15"/>
          <p:cNvSpPr txBox="1">
            <a:spLocks noGrp="1"/>
          </p:cNvSpPr>
          <p:nvPr>
            <p:ph type="subTitle" idx="1"/>
          </p:nvPr>
        </p:nvSpPr>
        <p:spPr>
          <a:xfrm>
            <a:off x="6565775" y="2638275"/>
            <a:ext cx="2196300" cy="898800"/>
          </a:xfrm>
          <a:prstGeom prst="rect">
            <a:avLst/>
          </a:prstGeom>
        </p:spPr>
        <p:txBody>
          <a:bodyPr spcFirstLastPara="1" wrap="square" lIns="0" tIns="0" rIns="0" bIns="0" anchor="t" anchorCtr="0">
            <a:noAutofit/>
          </a:bodyPr>
          <a:lstStyle>
            <a:lvl1pPr lvl="0"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1pPr>
            <a:lvl2pPr lvl="1"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2pPr>
            <a:lvl3pPr lvl="2"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3pPr>
            <a:lvl4pPr lvl="3"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4pPr>
            <a:lvl5pPr lvl="4"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5pPr>
            <a:lvl6pPr lvl="5"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6pPr>
            <a:lvl7pPr lvl="6"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7pPr>
            <a:lvl8pPr lvl="7"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8pPr>
            <a:lvl9pPr lvl="8"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9pPr>
          </a:lstStyle>
          <a:p>
            <a:endParaRPr/>
          </a:p>
        </p:txBody>
      </p:sp>
      <p:sp>
        <p:nvSpPr>
          <p:cNvPr id="121" name="Google Shape;121;p15"/>
          <p:cNvSpPr txBox="1">
            <a:spLocks noGrp="1"/>
          </p:cNvSpPr>
          <p:nvPr>
            <p:ph type="body" idx="2"/>
          </p:nvPr>
        </p:nvSpPr>
        <p:spPr>
          <a:xfrm>
            <a:off x="6568540" y="3537050"/>
            <a:ext cx="2190900" cy="660300"/>
          </a:xfrm>
          <a:prstGeom prst="rect">
            <a:avLst/>
          </a:prstGeom>
        </p:spPr>
        <p:txBody>
          <a:bodyPr spcFirstLastPara="1" wrap="square" lIns="0" tIns="0" rIns="0" bIns="0" anchor="t" anchorCtr="0">
            <a:noAutofit/>
          </a:bodyPr>
          <a:lstStyle>
            <a:lvl1pPr marL="457200" lvl="0" indent="-292100" algn="ctr">
              <a:spcBef>
                <a:spcPts val="0"/>
              </a:spcBef>
              <a:spcAft>
                <a:spcPts val="0"/>
              </a:spcAft>
              <a:buClr>
                <a:schemeClr val="lt1"/>
              </a:buClr>
              <a:buSzPts val="1000"/>
              <a:buFont typeface="Inter"/>
              <a:buChar char="●"/>
              <a:defRPr sz="1000"/>
            </a:lvl1pPr>
            <a:lvl2pPr marL="914400" lvl="1" indent="-292100" algn="ctr">
              <a:spcBef>
                <a:spcPts val="0"/>
              </a:spcBef>
              <a:spcAft>
                <a:spcPts val="0"/>
              </a:spcAft>
              <a:buClr>
                <a:schemeClr val="lt1"/>
              </a:buClr>
              <a:buSzPts val="1000"/>
              <a:buFont typeface="Inter"/>
              <a:buChar char="○"/>
              <a:defRPr sz="1000"/>
            </a:lvl2pPr>
            <a:lvl3pPr marL="1371600" lvl="2" indent="-292100" algn="ctr">
              <a:spcBef>
                <a:spcPts val="0"/>
              </a:spcBef>
              <a:spcAft>
                <a:spcPts val="0"/>
              </a:spcAft>
              <a:buClr>
                <a:schemeClr val="lt1"/>
              </a:buClr>
              <a:buSzPts val="1000"/>
              <a:buFont typeface="Inter"/>
              <a:buChar char="■"/>
              <a:defRPr sz="1000"/>
            </a:lvl3pPr>
            <a:lvl4pPr marL="1828800" lvl="3" indent="-292100" algn="ctr">
              <a:spcBef>
                <a:spcPts val="0"/>
              </a:spcBef>
              <a:spcAft>
                <a:spcPts val="0"/>
              </a:spcAft>
              <a:buClr>
                <a:schemeClr val="lt1"/>
              </a:buClr>
              <a:buSzPts val="1000"/>
              <a:buFont typeface="Inter"/>
              <a:buChar char="●"/>
              <a:defRPr sz="1000"/>
            </a:lvl4pPr>
            <a:lvl5pPr marL="2286000" lvl="4" indent="-292100" algn="ctr">
              <a:spcBef>
                <a:spcPts val="0"/>
              </a:spcBef>
              <a:spcAft>
                <a:spcPts val="0"/>
              </a:spcAft>
              <a:buClr>
                <a:schemeClr val="lt1"/>
              </a:buClr>
              <a:buSzPts val="1000"/>
              <a:buFont typeface="Inter"/>
              <a:buChar char="○"/>
              <a:defRPr sz="1000"/>
            </a:lvl5pPr>
            <a:lvl6pPr marL="2743200" lvl="5" indent="-292100" algn="ctr">
              <a:spcBef>
                <a:spcPts val="0"/>
              </a:spcBef>
              <a:spcAft>
                <a:spcPts val="0"/>
              </a:spcAft>
              <a:buClr>
                <a:schemeClr val="lt1"/>
              </a:buClr>
              <a:buSzPts val="1000"/>
              <a:buFont typeface="Inter"/>
              <a:buChar char="■"/>
              <a:defRPr sz="1000"/>
            </a:lvl6pPr>
            <a:lvl7pPr marL="3200400" lvl="6" indent="-292100" algn="ctr">
              <a:spcBef>
                <a:spcPts val="0"/>
              </a:spcBef>
              <a:spcAft>
                <a:spcPts val="0"/>
              </a:spcAft>
              <a:buClr>
                <a:schemeClr val="lt1"/>
              </a:buClr>
              <a:buSzPts val="1000"/>
              <a:buFont typeface="Inter"/>
              <a:buChar char="●"/>
              <a:defRPr sz="1000"/>
            </a:lvl7pPr>
            <a:lvl8pPr marL="3657600" lvl="7" indent="-292100" algn="ctr">
              <a:spcBef>
                <a:spcPts val="0"/>
              </a:spcBef>
              <a:spcAft>
                <a:spcPts val="0"/>
              </a:spcAft>
              <a:buClr>
                <a:schemeClr val="lt1"/>
              </a:buClr>
              <a:buSzPts val="1000"/>
              <a:buFont typeface="Inter"/>
              <a:buChar char="○"/>
              <a:defRPr sz="1000"/>
            </a:lvl8pPr>
            <a:lvl9pPr marL="4114800" lvl="8" indent="-292100" algn="ctr">
              <a:spcBef>
                <a:spcPts val="0"/>
              </a:spcBef>
              <a:spcAft>
                <a:spcPts val="0"/>
              </a:spcAft>
              <a:buClr>
                <a:schemeClr val="lt1"/>
              </a:buClr>
              <a:buSzPts val="1000"/>
              <a:buFont typeface="Inter"/>
              <a:buChar char="■"/>
              <a:defRPr sz="1000"/>
            </a:lvl9pPr>
          </a:lstStyle>
          <a:p>
            <a:endParaRPr/>
          </a:p>
        </p:txBody>
      </p:sp>
      <p:sp>
        <p:nvSpPr>
          <p:cNvPr id="122" name="Google Shape;122;p15"/>
          <p:cNvSpPr txBox="1">
            <a:spLocks noGrp="1"/>
          </p:cNvSpPr>
          <p:nvPr>
            <p:ph type="subTitle" idx="3"/>
          </p:nvPr>
        </p:nvSpPr>
        <p:spPr>
          <a:xfrm>
            <a:off x="4174100" y="2638275"/>
            <a:ext cx="2196300" cy="898800"/>
          </a:xfrm>
          <a:prstGeom prst="rect">
            <a:avLst/>
          </a:prstGeom>
        </p:spPr>
        <p:txBody>
          <a:bodyPr spcFirstLastPara="1" wrap="square" lIns="0" tIns="0" rIns="0" bIns="0" anchor="t" anchorCtr="0">
            <a:noAutofit/>
          </a:bodyPr>
          <a:lstStyle>
            <a:lvl1pPr lvl="0"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1pPr>
            <a:lvl2pPr lvl="1"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2pPr>
            <a:lvl3pPr lvl="2"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3pPr>
            <a:lvl4pPr lvl="3"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4pPr>
            <a:lvl5pPr lvl="4"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5pPr>
            <a:lvl6pPr lvl="5"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6pPr>
            <a:lvl7pPr lvl="6"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7pPr>
            <a:lvl8pPr lvl="7"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8pPr>
            <a:lvl9pPr lvl="8"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9pPr>
          </a:lstStyle>
          <a:p>
            <a:endParaRPr/>
          </a:p>
        </p:txBody>
      </p:sp>
      <p:sp>
        <p:nvSpPr>
          <p:cNvPr id="123" name="Google Shape;123;p15"/>
          <p:cNvSpPr txBox="1">
            <a:spLocks noGrp="1"/>
          </p:cNvSpPr>
          <p:nvPr>
            <p:ph type="body" idx="4"/>
          </p:nvPr>
        </p:nvSpPr>
        <p:spPr>
          <a:xfrm>
            <a:off x="4176815" y="3537050"/>
            <a:ext cx="2190900" cy="660300"/>
          </a:xfrm>
          <a:prstGeom prst="rect">
            <a:avLst/>
          </a:prstGeom>
        </p:spPr>
        <p:txBody>
          <a:bodyPr spcFirstLastPara="1" wrap="square" lIns="0" tIns="0" rIns="0" bIns="0" anchor="t" anchorCtr="0">
            <a:noAutofit/>
          </a:bodyPr>
          <a:lstStyle>
            <a:lvl1pPr marL="457200" lvl="0" indent="-292100" algn="ctr">
              <a:spcBef>
                <a:spcPts val="0"/>
              </a:spcBef>
              <a:spcAft>
                <a:spcPts val="0"/>
              </a:spcAft>
              <a:buClr>
                <a:schemeClr val="lt1"/>
              </a:buClr>
              <a:buSzPts val="1000"/>
              <a:buFont typeface="Inter"/>
              <a:buChar char="●"/>
              <a:defRPr sz="1000"/>
            </a:lvl1pPr>
            <a:lvl2pPr marL="914400" lvl="1" indent="-292100" algn="ctr">
              <a:spcBef>
                <a:spcPts val="0"/>
              </a:spcBef>
              <a:spcAft>
                <a:spcPts val="0"/>
              </a:spcAft>
              <a:buClr>
                <a:schemeClr val="lt1"/>
              </a:buClr>
              <a:buSzPts val="1000"/>
              <a:buFont typeface="Inter"/>
              <a:buChar char="○"/>
              <a:defRPr sz="1000"/>
            </a:lvl2pPr>
            <a:lvl3pPr marL="1371600" lvl="2" indent="-292100" algn="ctr">
              <a:spcBef>
                <a:spcPts val="0"/>
              </a:spcBef>
              <a:spcAft>
                <a:spcPts val="0"/>
              </a:spcAft>
              <a:buClr>
                <a:schemeClr val="lt1"/>
              </a:buClr>
              <a:buSzPts val="1000"/>
              <a:buFont typeface="Inter"/>
              <a:buChar char="■"/>
              <a:defRPr sz="1000"/>
            </a:lvl3pPr>
            <a:lvl4pPr marL="1828800" lvl="3" indent="-292100" algn="ctr">
              <a:spcBef>
                <a:spcPts val="0"/>
              </a:spcBef>
              <a:spcAft>
                <a:spcPts val="0"/>
              </a:spcAft>
              <a:buClr>
                <a:schemeClr val="lt1"/>
              </a:buClr>
              <a:buSzPts val="1000"/>
              <a:buFont typeface="Inter"/>
              <a:buChar char="●"/>
              <a:defRPr sz="1000"/>
            </a:lvl4pPr>
            <a:lvl5pPr marL="2286000" lvl="4" indent="-292100" algn="ctr">
              <a:spcBef>
                <a:spcPts val="0"/>
              </a:spcBef>
              <a:spcAft>
                <a:spcPts val="0"/>
              </a:spcAft>
              <a:buClr>
                <a:schemeClr val="lt1"/>
              </a:buClr>
              <a:buSzPts val="1000"/>
              <a:buFont typeface="Inter"/>
              <a:buChar char="○"/>
              <a:defRPr sz="1000"/>
            </a:lvl5pPr>
            <a:lvl6pPr marL="2743200" lvl="5" indent="-292100" algn="ctr">
              <a:spcBef>
                <a:spcPts val="0"/>
              </a:spcBef>
              <a:spcAft>
                <a:spcPts val="0"/>
              </a:spcAft>
              <a:buClr>
                <a:schemeClr val="lt1"/>
              </a:buClr>
              <a:buSzPts val="1000"/>
              <a:buFont typeface="Inter"/>
              <a:buChar char="■"/>
              <a:defRPr sz="1000"/>
            </a:lvl6pPr>
            <a:lvl7pPr marL="3200400" lvl="6" indent="-292100" algn="ctr">
              <a:spcBef>
                <a:spcPts val="0"/>
              </a:spcBef>
              <a:spcAft>
                <a:spcPts val="0"/>
              </a:spcAft>
              <a:buClr>
                <a:schemeClr val="lt1"/>
              </a:buClr>
              <a:buSzPts val="1000"/>
              <a:buFont typeface="Inter"/>
              <a:buChar char="●"/>
              <a:defRPr sz="1000"/>
            </a:lvl7pPr>
            <a:lvl8pPr marL="3657600" lvl="7" indent="-292100" algn="ctr">
              <a:spcBef>
                <a:spcPts val="0"/>
              </a:spcBef>
              <a:spcAft>
                <a:spcPts val="0"/>
              </a:spcAft>
              <a:buClr>
                <a:schemeClr val="lt1"/>
              </a:buClr>
              <a:buSzPts val="1000"/>
              <a:buFont typeface="Inter"/>
              <a:buChar char="○"/>
              <a:defRPr sz="1000"/>
            </a:lvl8pPr>
            <a:lvl9pPr marL="4114800" lvl="8" indent="-292100" algn="ctr">
              <a:spcBef>
                <a:spcPts val="0"/>
              </a:spcBef>
              <a:spcAft>
                <a:spcPts val="0"/>
              </a:spcAft>
              <a:buClr>
                <a:schemeClr val="lt1"/>
              </a:buClr>
              <a:buSzPts val="1000"/>
              <a:buFont typeface="Inter"/>
              <a:buChar char="■"/>
              <a:defRPr sz="1000"/>
            </a:lvl9pPr>
          </a:lstStyle>
          <a:p>
            <a:endParaRPr/>
          </a:p>
        </p:txBody>
      </p:sp>
      <p:sp>
        <p:nvSpPr>
          <p:cNvPr id="124" name="Google Shape;124;p15"/>
          <p:cNvSpPr txBox="1">
            <a:spLocks noGrp="1"/>
          </p:cNvSpPr>
          <p:nvPr>
            <p:ph type="subTitle" idx="5"/>
          </p:nvPr>
        </p:nvSpPr>
        <p:spPr>
          <a:xfrm>
            <a:off x="4076625" y="4430750"/>
            <a:ext cx="2391300" cy="426600"/>
          </a:xfrm>
          <a:prstGeom prst="rect">
            <a:avLst/>
          </a:prstGeom>
        </p:spPr>
        <p:txBody>
          <a:bodyPr spcFirstLastPara="1" wrap="square" lIns="0" tIns="0" rIns="0" bIns="0" anchor="t" anchorCtr="0">
            <a:noAutofit/>
          </a:bodyPr>
          <a:lstStyle>
            <a:lvl1pPr lvl="0"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1pPr>
            <a:lvl2pPr lvl="1"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2pPr>
            <a:lvl3pPr lvl="2"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3pPr>
            <a:lvl4pPr lvl="3"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4pPr>
            <a:lvl5pPr lvl="4"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5pPr>
            <a:lvl6pPr lvl="5"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6pPr>
            <a:lvl7pPr lvl="6"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7pPr>
            <a:lvl8pPr lvl="7"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8pPr>
            <a:lvl9pPr lvl="8"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9pPr>
          </a:lstStyle>
          <a:p>
            <a:endParaRPr/>
          </a:p>
        </p:txBody>
      </p:sp>
      <p:sp>
        <p:nvSpPr>
          <p:cNvPr id="125" name="Google Shape;125;p15"/>
          <p:cNvSpPr txBox="1">
            <a:spLocks noGrp="1"/>
          </p:cNvSpPr>
          <p:nvPr>
            <p:ph type="subTitle" idx="6"/>
          </p:nvPr>
        </p:nvSpPr>
        <p:spPr>
          <a:xfrm>
            <a:off x="6468150" y="4430750"/>
            <a:ext cx="2391300" cy="426600"/>
          </a:xfrm>
          <a:prstGeom prst="rect">
            <a:avLst/>
          </a:prstGeom>
        </p:spPr>
        <p:txBody>
          <a:bodyPr spcFirstLastPara="1" wrap="square" lIns="0" tIns="0" rIns="0" bIns="0" anchor="t" anchorCtr="0">
            <a:noAutofit/>
          </a:bodyPr>
          <a:lstStyle>
            <a:lvl1pPr lvl="0"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2pPr>
            <a:lvl3pPr lvl="2"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3pPr>
            <a:lvl4pPr lvl="3"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4pPr>
            <a:lvl5pPr lvl="4"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5pPr>
            <a:lvl6pPr lvl="5"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6pPr>
            <a:lvl7pPr lvl="6"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7pPr>
            <a:lvl8pPr lvl="7"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8pPr>
            <a:lvl9pPr lvl="8"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9pPr>
          </a:lstStyle>
          <a:p>
            <a:endParaRPr/>
          </a:p>
        </p:txBody>
      </p:sp>
      <p:sp>
        <p:nvSpPr>
          <p:cNvPr id="126" name="Google Shape;126;p15"/>
          <p:cNvSpPr txBox="1">
            <a:spLocks noGrp="1"/>
          </p:cNvSpPr>
          <p:nvPr>
            <p:ph type="title"/>
          </p:nvPr>
        </p:nvSpPr>
        <p:spPr>
          <a:xfrm>
            <a:off x="284525" y="186900"/>
            <a:ext cx="8574900" cy="15639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a:endParaRPr/>
          </a:p>
        </p:txBody>
      </p:sp>
      <p:sp>
        <p:nvSpPr>
          <p:cNvPr id="127" name="Google Shape;127;p15"/>
          <p:cNvSpPr txBox="1">
            <a:spLocks noGrp="1"/>
          </p:cNvSpPr>
          <p:nvPr>
            <p:ph type="subTitle" idx="7"/>
          </p:nvPr>
        </p:nvSpPr>
        <p:spPr>
          <a:xfrm>
            <a:off x="296400" y="1882975"/>
            <a:ext cx="3572100" cy="660300"/>
          </a:xfrm>
          <a:prstGeom prst="rect">
            <a:avLst/>
          </a:prstGeom>
        </p:spPr>
        <p:txBody>
          <a:bodyPr spcFirstLastPara="1" wrap="square" lIns="0" tIns="0" rIns="0" bIns="0" anchor="t" anchorCtr="0">
            <a:noAutofit/>
          </a:bodyPr>
          <a:lstStyle>
            <a:lvl1pPr lvl="0">
              <a:lnSpc>
                <a:spcPct val="115000"/>
              </a:lnSpc>
              <a:spcBef>
                <a:spcPts val="0"/>
              </a:spcBef>
              <a:spcAft>
                <a:spcPts val="0"/>
              </a:spcAft>
              <a:buClr>
                <a:schemeClr val="lt1"/>
              </a:buClr>
              <a:buSzPts val="1300"/>
              <a:buFont typeface="Inter"/>
              <a:buNone/>
              <a:defRPr sz="1300">
                <a:latin typeface="Inter"/>
                <a:ea typeface="Inter"/>
                <a:cs typeface="Inter"/>
                <a:sym typeface="Inter"/>
              </a:defRPr>
            </a:lvl1pPr>
            <a:lvl2pPr lvl="1">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2pPr>
            <a:lvl3pPr lvl="2">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3pPr>
            <a:lvl4pPr lvl="3">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4pPr>
            <a:lvl5pPr lvl="4">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5pPr>
            <a:lvl6pPr lvl="5">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6pPr>
            <a:lvl7pPr lvl="6">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7pPr>
            <a:lvl8pPr lvl="7">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8pPr>
            <a:lvl9pPr lvl="8">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9pPr>
          </a:lstStyle>
          <a:p>
            <a:endParaRPr/>
          </a:p>
        </p:txBody>
      </p:sp>
      <p:sp>
        <p:nvSpPr>
          <p:cNvPr id="128" name="Google Shape;128;p15"/>
          <p:cNvSpPr txBox="1">
            <a:spLocks noGrp="1"/>
          </p:cNvSpPr>
          <p:nvPr>
            <p:ph type="body" idx="8"/>
          </p:nvPr>
        </p:nvSpPr>
        <p:spPr>
          <a:xfrm>
            <a:off x="284525" y="2707850"/>
            <a:ext cx="3572100" cy="21495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sz="1000"/>
            </a:lvl1pPr>
            <a:lvl2pPr marL="914400" lvl="1" indent="-292100">
              <a:spcBef>
                <a:spcPts val="800"/>
              </a:spcBef>
              <a:spcAft>
                <a:spcPts val="0"/>
              </a:spcAft>
              <a:buSzPts val="1000"/>
              <a:buChar char="○"/>
              <a:defRPr sz="1000"/>
            </a:lvl2pPr>
            <a:lvl3pPr marL="1371600" lvl="2" indent="-292100">
              <a:spcBef>
                <a:spcPts val="800"/>
              </a:spcBef>
              <a:spcAft>
                <a:spcPts val="0"/>
              </a:spcAft>
              <a:buSzPts val="1000"/>
              <a:buChar char="■"/>
              <a:defRPr sz="1000"/>
            </a:lvl3pPr>
            <a:lvl4pPr marL="1828800" lvl="3" indent="-292100">
              <a:spcBef>
                <a:spcPts val="800"/>
              </a:spcBef>
              <a:spcAft>
                <a:spcPts val="0"/>
              </a:spcAft>
              <a:buSzPts val="1000"/>
              <a:buChar char="●"/>
              <a:defRPr sz="1000"/>
            </a:lvl4pPr>
            <a:lvl5pPr marL="2286000" lvl="4" indent="-292100">
              <a:spcBef>
                <a:spcPts val="800"/>
              </a:spcBef>
              <a:spcAft>
                <a:spcPts val="0"/>
              </a:spcAft>
              <a:buSzPts val="1000"/>
              <a:buChar char="○"/>
              <a:defRPr sz="1000"/>
            </a:lvl5pPr>
            <a:lvl6pPr marL="2743200" lvl="5" indent="-292100">
              <a:spcBef>
                <a:spcPts val="800"/>
              </a:spcBef>
              <a:spcAft>
                <a:spcPts val="0"/>
              </a:spcAft>
              <a:buSzPts val="1000"/>
              <a:buChar char="■"/>
              <a:defRPr sz="1000"/>
            </a:lvl6pPr>
            <a:lvl7pPr marL="3200400" lvl="6" indent="-292100">
              <a:spcBef>
                <a:spcPts val="800"/>
              </a:spcBef>
              <a:spcAft>
                <a:spcPts val="0"/>
              </a:spcAft>
              <a:buSzPts val="1000"/>
              <a:buChar char="●"/>
              <a:defRPr sz="1000"/>
            </a:lvl7pPr>
            <a:lvl8pPr marL="3657600" lvl="7" indent="-292100">
              <a:spcBef>
                <a:spcPts val="800"/>
              </a:spcBef>
              <a:spcAft>
                <a:spcPts val="0"/>
              </a:spcAft>
              <a:buSzPts val="1000"/>
              <a:buChar char="○"/>
              <a:defRPr sz="1000"/>
            </a:lvl8pPr>
            <a:lvl9pPr marL="4114800" lvl="8" indent="-292100">
              <a:spcBef>
                <a:spcPts val="800"/>
              </a:spcBef>
              <a:spcAft>
                <a:spcPts val="800"/>
              </a:spcAft>
              <a:buSzPts val="1000"/>
              <a:buChar char="■"/>
              <a:defRPr sz="1000"/>
            </a:lvl9pPr>
          </a:lstStyle>
          <a:p>
            <a:endParaRPr/>
          </a:p>
        </p:txBody>
      </p:sp>
      <p:sp>
        <p:nvSpPr>
          <p:cNvPr id="129" name="Google Shape;129;p15"/>
          <p:cNvSpPr txBox="1">
            <a:spLocks noGrp="1"/>
          </p:cNvSpPr>
          <p:nvPr>
            <p:ph type="subTitle" idx="9"/>
          </p:nvPr>
        </p:nvSpPr>
        <p:spPr>
          <a:xfrm>
            <a:off x="4076575" y="1882975"/>
            <a:ext cx="4443900" cy="437700"/>
          </a:xfrm>
          <a:prstGeom prst="rect">
            <a:avLst/>
          </a:prstGeom>
        </p:spPr>
        <p:txBody>
          <a:bodyPr spcFirstLastPara="1" wrap="square" lIns="0" tIns="0" rIns="0" bIns="0" anchor="t" anchorCtr="0">
            <a:noAutofit/>
          </a:bodyPr>
          <a:lstStyle>
            <a:lvl1pPr lvl="0">
              <a:lnSpc>
                <a:spcPct val="115000"/>
              </a:lnSpc>
              <a:spcBef>
                <a:spcPts val="0"/>
              </a:spcBef>
              <a:spcAft>
                <a:spcPts val="0"/>
              </a:spcAft>
              <a:buClr>
                <a:schemeClr val="lt1"/>
              </a:buClr>
              <a:buSzPts val="1400"/>
              <a:buFont typeface="Fredoka Medium"/>
              <a:buNone/>
              <a:defRPr>
                <a:latin typeface="Fredoka Medium"/>
                <a:ea typeface="Fredoka Medium"/>
                <a:cs typeface="Fredoka Medium"/>
                <a:sym typeface="Fredoka Medium"/>
              </a:defRPr>
            </a:lvl1pPr>
            <a:lvl2pPr lvl="1">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big ideas - Alt">
  <p:cSld name="BLANK_1_1_1_1_1_1_1_1_1_1_1_1_1_2">
    <p:spTree>
      <p:nvGrpSpPr>
        <p:cNvPr id="1" name="Shape 130"/>
        <p:cNvGrpSpPr/>
        <p:nvPr/>
      </p:nvGrpSpPr>
      <p:grpSpPr>
        <a:xfrm>
          <a:off x="0" y="0"/>
          <a:ext cx="0" cy="0"/>
          <a:chOff x="0" y="0"/>
          <a:chExt cx="0" cy="0"/>
        </a:xfrm>
      </p:grpSpPr>
      <p:sp>
        <p:nvSpPr>
          <p:cNvPr id="131" name="Google Shape;131;p16"/>
          <p:cNvSpPr/>
          <p:nvPr/>
        </p:nvSpPr>
        <p:spPr>
          <a:xfrm>
            <a:off x="7481100" y="286200"/>
            <a:ext cx="1378200" cy="1515300"/>
          </a:xfrm>
          <a:prstGeom prst="roundRect">
            <a:avLst>
              <a:gd name="adj" fmla="val 34561"/>
            </a:avLst>
          </a:prstGeom>
          <a:gradFill>
            <a:gsLst>
              <a:gs pos="0">
                <a:schemeClr val="dk1"/>
              </a:gs>
              <a:gs pos="50000">
                <a:schemeClr val="dk1"/>
              </a:gs>
              <a:gs pos="100000">
                <a:schemeClr val="accent4"/>
              </a:gs>
            </a:gsLst>
            <a:lin ang="8099331" scaled="0"/>
          </a:gra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132" name="Google Shape;132;p16"/>
          <p:cNvSpPr/>
          <p:nvPr/>
        </p:nvSpPr>
        <p:spPr>
          <a:xfrm>
            <a:off x="4525250" y="2132675"/>
            <a:ext cx="4334118" cy="2724738"/>
          </a:xfrm>
          <a:custGeom>
            <a:avLst/>
            <a:gdLst/>
            <a:ahLst/>
            <a:cxnLst/>
            <a:rect l="l" t="t" r="r" b="b"/>
            <a:pathLst>
              <a:path w="60284" h="37241" extrusionOk="0">
                <a:moveTo>
                  <a:pt x="3498" y="1"/>
                </a:moveTo>
                <a:lnTo>
                  <a:pt x="3312" y="18"/>
                </a:lnTo>
                <a:lnTo>
                  <a:pt x="3108" y="35"/>
                </a:lnTo>
                <a:lnTo>
                  <a:pt x="2904" y="69"/>
                </a:lnTo>
                <a:lnTo>
                  <a:pt x="2717" y="120"/>
                </a:lnTo>
                <a:lnTo>
                  <a:pt x="2530" y="171"/>
                </a:lnTo>
                <a:lnTo>
                  <a:pt x="2344" y="239"/>
                </a:lnTo>
                <a:lnTo>
                  <a:pt x="2157" y="307"/>
                </a:lnTo>
                <a:lnTo>
                  <a:pt x="1987" y="391"/>
                </a:lnTo>
                <a:lnTo>
                  <a:pt x="1817" y="493"/>
                </a:lnTo>
                <a:lnTo>
                  <a:pt x="1647" y="595"/>
                </a:lnTo>
                <a:lnTo>
                  <a:pt x="1495" y="697"/>
                </a:lnTo>
                <a:lnTo>
                  <a:pt x="1342" y="816"/>
                </a:lnTo>
                <a:lnTo>
                  <a:pt x="1189" y="952"/>
                </a:lnTo>
                <a:lnTo>
                  <a:pt x="1053" y="1088"/>
                </a:lnTo>
                <a:lnTo>
                  <a:pt x="917" y="1224"/>
                </a:lnTo>
                <a:lnTo>
                  <a:pt x="798" y="1376"/>
                </a:lnTo>
                <a:lnTo>
                  <a:pt x="679" y="1529"/>
                </a:lnTo>
                <a:lnTo>
                  <a:pt x="578" y="1682"/>
                </a:lnTo>
                <a:lnTo>
                  <a:pt x="476" y="1852"/>
                </a:lnTo>
                <a:lnTo>
                  <a:pt x="357" y="2039"/>
                </a:lnTo>
                <a:lnTo>
                  <a:pt x="289" y="2208"/>
                </a:lnTo>
                <a:lnTo>
                  <a:pt x="204" y="2395"/>
                </a:lnTo>
                <a:lnTo>
                  <a:pt x="153" y="2582"/>
                </a:lnTo>
                <a:lnTo>
                  <a:pt x="102" y="2786"/>
                </a:lnTo>
                <a:lnTo>
                  <a:pt x="51" y="2990"/>
                </a:lnTo>
                <a:lnTo>
                  <a:pt x="34" y="3193"/>
                </a:lnTo>
                <a:lnTo>
                  <a:pt x="17" y="3397"/>
                </a:lnTo>
                <a:lnTo>
                  <a:pt x="0" y="3601"/>
                </a:lnTo>
                <a:lnTo>
                  <a:pt x="0" y="33641"/>
                </a:lnTo>
                <a:lnTo>
                  <a:pt x="17" y="33998"/>
                </a:lnTo>
                <a:lnTo>
                  <a:pt x="85" y="34354"/>
                </a:lnTo>
                <a:lnTo>
                  <a:pt x="170" y="34711"/>
                </a:lnTo>
                <a:lnTo>
                  <a:pt x="289" y="35033"/>
                </a:lnTo>
                <a:lnTo>
                  <a:pt x="442" y="35356"/>
                </a:lnTo>
                <a:lnTo>
                  <a:pt x="629" y="35645"/>
                </a:lnTo>
                <a:lnTo>
                  <a:pt x="849" y="35933"/>
                </a:lnTo>
                <a:lnTo>
                  <a:pt x="1070" y="36188"/>
                </a:lnTo>
                <a:lnTo>
                  <a:pt x="1325" y="36409"/>
                </a:lnTo>
                <a:lnTo>
                  <a:pt x="1613" y="36613"/>
                </a:lnTo>
                <a:lnTo>
                  <a:pt x="1902" y="36799"/>
                </a:lnTo>
                <a:lnTo>
                  <a:pt x="2225" y="36952"/>
                </a:lnTo>
                <a:lnTo>
                  <a:pt x="2547" y="37071"/>
                </a:lnTo>
                <a:lnTo>
                  <a:pt x="2887" y="37156"/>
                </a:lnTo>
                <a:lnTo>
                  <a:pt x="3244" y="37224"/>
                </a:lnTo>
                <a:lnTo>
                  <a:pt x="3617" y="37241"/>
                </a:lnTo>
                <a:lnTo>
                  <a:pt x="56684" y="37241"/>
                </a:lnTo>
                <a:lnTo>
                  <a:pt x="57057" y="37224"/>
                </a:lnTo>
                <a:lnTo>
                  <a:pt x="57414" y="37156"/>
                </a:lnTo>
                <a:lnTo>
                  <a:pt x="57754" y="37071"/>
                </a:lnTo>
                <a:lnTo>
                  <a:pt x="58076" y="36952"/>
                </a:lnTo>
                <a:lnTo>
                  <a:pt x="58399" y="36799"/>
                </a:lnTo>
                <a:lnTo>
                  <a:pt x="58688" y="36613"/>
                </a:lnTo>
                <a:lnTo>
                  <a:pt x="58976" y="36409"/>
                </a:lnTo>
                <a:lnTo>
                  <a:pt x="59231" y="36188"/>
                </a:lnTo>
                <a:lnTo>
                  <a:pt x="59452" y="35933"/>
                </a:lnTo>
                <a:lnTo>
                  <a:pt x="59672" y="35645"/>
                </a:lnTo>
                <a:lnTo>
                  <a:pt x="59842" y="35356"/>
                </a:lnTo>
                <a:lnTo>
                  <a:pt x="59995" y="35033"/>
                </a:lnTo>
                <a:lnTo>
                  <a:pt x="60114" y="34711"/>
                </a:lnTo>
                <a:lnTo>
                  <a:pt x="60199" y="34354"/>
                </a:lnTo>
                <a:lnTo>
                  <a:pt x="60267" y="33998"/>
                </a:lnTo>
                <a:lnTo>
                  <a:pt x="60284" y="33641"/>
                </a:lnTo>
                <a:lnTo>
                  <a:pt x="60284" y="14316"/>
                </a:lnTo>
                <a:lnTo>
                  <a:pt x="60267" y="13994"/>
                </a:lnTo>
                <a:lnTo>
                  <a:pt x="60216" y="13688"/>
                </a:lnTo>
                <a:lnTo>
                  <a:pt x="60148" y="13382"/>
                </a:lnTo>
                <a:lnTo>
                  <a:pt x="60063" y="13077"/>
                </a:lnTo>
                <a:lnTo>
                  <a:pt x="59944" y="12805"/>
                </a:lnTo>
                <a:lnTo>
                  <a:pt x="59808" y="12533"/>
                </a:lnTo>
                <a:lnTo>
                  <a:pt x="59638" y="12278"/>
                </a:lnTo>
                <a:lnTo>
                  <a:pt x="59469" y="12024"/>
                </a:lnTo>
                <a:lnTo>
                  <a:pt x="59265" y="11803"/>
                </a:lnTo>
                <a:lnTo>
                  <a:pt x="59044" y="11599"/>
                </a:lnTo>
                <a:lnTo>
                  <a:pt x="58806" y="11412"/>
                </a:lnTo>
                <a:lnTo>
                  <a:pt x="58552" y="11243"/>
                </a:lnTo>
                <a:lnTo>
                  <a:pt x="58280" y="11090"/>
                </a:lnTo>
                <a:lnTo>
                  <a:pt x="57991" y="10954"/>
                </a:lnTo>
                <a:lnTo>
                  <a:pt x="57703" y="10852"/>
                </a:lnTo>
                <a:lnTo>
                  <a:pt x="57397" y="10784"/>
                </a:lnTo>
                <a:lnTo>
                  <a:pt x="4330" y="86"/>
                </a:lnTo>
                <a:lnTo>
                  <a:pt x="4127" y="35"/>
                </a:lnTo>
                <a:lnTo>
                  <a:pt x="3906" y="18"/>
                </a:lnTo>
                <a:lnTo>
                  <a:pt x="3702" y="1"/>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ter"/>
              <a:ea typeface="Inter"/>
              <a:cs typeface="Inter"/>
              <a:sym typeface="Inter"/>
            </a:endParaRPr>
          </a:p>
        </p:txBody>
      </p:sp>
      <p:sp>
        <p:nvSpPr>
          <p:cNvPr id="133" name="Google Shape;133;p16"/>
          <p:cNvSpPr/>
          <p:nvPr/>
        </p:nvSpPr>
        <p:spPr>
          <a:xfrm>
            <a:off x="284650" y="2526600"/>
            <a:ext cx="4240500" cy="2331000"/>
          </a:xfrm>
          <a:prstGeom prst="roundRect">
            <a:avLst>
              <a:gd name="adj" fmla="val 17948"/>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134" name="Google Shape;134;p16"/>
          <p:cNvSpPr/>
          <p:nvPr/>
        </p:nvSpPr>
        <p:spPr>
          <a:xfrm>
            <a:off x="284700" y="286200"/>
            <a:ext cx="7196400" cy="1515300"/>
          </a:xfrm>
          <a:prstGeom prst="roundRect">
            <a:avLst>
              <a:gd name="adj" fmla="val 27953"/>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135" name="Google Shape;135;p16"/>
          <p:cNvSpPr/>
          <p:nvPr/>
        </p:nvSpPr>
        <p:spPr>
          <a:xfrm>
            <a:off x="284650" y="1801500"/>
            <a:ext cx="2120400" cy="725100"/>
          </a:xfrm>
          <a:prstGeom prst="roundRect">
            <a:avLst>
              <a:gd name="adj" fmla="val 34561"/>
            </a:avLst>
          </a:prstGeom>
          <a:solidFill>
            <a:schemeClr val="accent6"/>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136" name="Google Shape;136;p16"/>
          <p:cNvSpPr/>
          <p:nvPr/>
        </p:nvSpPr>
        <p:spPr>
          <a:xfrm>
            <a:off x="2404853" y="1801500"/>
            <a:ext cx="2120400" cy="725100"/>
          </a:xfrm>
          <a:prstGeom prst="roundRect">
            <a:avLst>
              <a:gd name="adj" fmla="val 34561"/>
            </a:avLst>
          </a:prstGeom>
          <a:solidFill>
            <a:schemeClr val="accent6"/>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137" name="Google Shape;137;p16"/>
          <p:cNvSpPr/>
          <p:nvPr/>
        </p:nvSpPr>
        <p:spPr>
          <a:xfrm>
            <a:off x="4525100" y="1801500"/>
            <a:ext cx="4334113" cy="1124758"/>
          </a:xfrm>
          <a:custGeom>
            <a:avLst/>
            <a:gdLst/>
            <a:ahLst/>
            <a:cxnLst/>
            <a:rect l="l" t="t" r="r" b="b"/>
            <a:pathLst>
              <a:path w="285750" h="74772" extrusionOk="0">
                <a:moveTo>
                  <a:pt x="9573" y="0"/>
                </a:moveTo>
                <a:lnTo>
                  <a:pt x="9083" y="38"/>
                </a:lnTo>
                <a:lnTo>
                  <a:pt x="8555" y="113"/>
                </a:lnTo>
                <a:lnTo>
                  <a:pt x="8065" y="188"/>
                </a:lnTo>
                <a:lnTo>
                  <a:pt x="7575" y="302"/>
                </a:lnTo>
                <a:lnTo>
                  <a:pt x="7085" y="452"/>
                </a:lnTo>
                <a:lnTo>
                  <a:pt x="6633" y="603"/>
                </a:lnTo>
                <a:lnTo>
                  <a:pt x="6181" y="791"/>
                </a:lnTo>
                <a:lnTo>
                  <a:pt x="5729" y="980"/>
                </a:lnTo>
                <a:lnTo>
                  <a:pt x="5276" y="1206"/>
                </a:lnTo>
                <a:lnTo>
                  <a:pt x="4862" y="1432"/>
                </a:lnTo>
                <a:lnTo>
                  <a:pt x="4447" y="1696"/>
                </a:lnTo>
                <a:lnTo>
                  <a:pt x="4070" y="1997"/>
                </a:lnTo>
                <a:lnTo>
                  <a:pt x="3693" y="2299"/>
                </a:lnTo>
                <a:lnTo>
                  <a:pt x="3317" y="2600"/>
                </a:lnTo>
                <a:lnTo>
                  <a:pt x="2977" y="2940"/>
                </a:lnTo>
                <a:lnTo>
                  <a:pt x="2638" y="3279"/>
                </a:lnTo>
                <a:lnTo>
                  <a:pt x="2299" y="3656"/>
                </a:lnTo>
                <a:lnTo>
                  <a:pt x="1997" y="4033"/>
                </a:lnTo>
                <a:lnTo>
                  <a:pt x="1734" y="4447"/>
                </a:lnTo>
                <a:lnTo>
                  <a:pt x="1470" y="4862"/>
                </a:lnTo>
                <a:lnTo>
                  <a:pt x="1206" y="5276"/>
                </a:lnTo>
                <a:lnTo>
                  <a:pt x="1018" y="5691"/>
                </a:lnTo>
                <a:lnTo>
                  <a:pt x="791" y="6143"/>
                </a:lnTo>
                <a:lnTo>
                  <a:pt x="603" y="6595"/>
                </a:lnTo>
                <a:lnTo>
                  <a:pt x="452" y="7085"/>
                </a:lnTo>
                <a:lnTo>
                  <a:pt x="339" y="7575"/>
                </a:lnTo>
                <a:lnTo>
                  <a:pt x="226" y="8065"/>
                </a:lnTo>
                <a:lnTo>
                  <a:pt x="113" y="8555"/>
                </a:lnTo>
                <a:lnTo>
                  <a:pt x="75" y="9045"/>
                </a:lnTo>
                <a:lnTo>
                  <a:pt x="38" y="9573"/>
                </a:lnTo>
                <a:lnTo>
                  <a:pt x="0" y="10063"/>
                </a:lnTo>
                <a:lnTo>
                  <a:pt x="38" y="10967"/>
                </a:lnTo>
                <a:lnTo>
                  <a:pt x="151" y="11834"/>
                </a:lnTo>
                <a:lnTo>
                  <a:pt x="339" y="12701"/>
                </a:lnTo>
                <a:lnTo>
                  <a:pt x="603" y="13530"/>
                </a:lnTo>
                <a:lnTo>
                  <a:pt x="942" y="14321"/>
                </a:lnTo>
                <a:lnTo>
                  <a:pt x="1319" y="15075"/>
                </a:lnTo>
                <a:lnTo>
                  <a:pt x="1771" y="15791"/>
                </a:lnTo>
                <a:lnTo>
                  <a:pt x="2261" y="16469"/>
                </a:lnTo>
                <a:lnTo>
                  <a:pt x="2827" y="17110"/>
                </a:lnTo>
                <a:lnTo>
                  <a:pt x="3467" y="17675"/>
                </a:lnTo>
                <a:lnTo>
                  <a:pt x="4108" y="18203"/>
                </a:lnTo>
                <a:lnTo>
                  <a:pt x="4824" y="18693"/>
                </a:lnTo>
                <a:lnTo>
                  <a:pt x="5578" y="19108"/>
                </a:lnTo>
                <a:lnTo>
                  <a:pt x="6369" y="19447"/>
                </a:lnTo>
                <a:lnTo>
                  <a:pt x="7198" y="19748"/>
                </a:lnTo>
                <a:lnTo>
                  <a:pt x="8065" y="19974"/>
                </a:lnTo>
                <a:lnTo>
                  <a:pt x="273614" y="74546"/>
                </a:lnTo>
                <a:lnTo>
                  <a:pt x="274218" y="74659"/>
                </a:lnTo>
                <a:lnTo>
                  <a:pt x="274783" y="74734"/>
                </a:lnTo>
                <a:lnTo>
                  <a:pt x="275348" y="74772"/>
                </a:lnTo>
                <a:lnTo>
                  <a:pt x="275951" y="74772"/>
                </a:lnTo>
                <a:lnTo>
                  <a:pt x="276516" y="74734"/>
                </a:lnTo>
                <a:lnTo>
                  <a:pt x="277044" y="74659"/>
                </a:lnTo>
                <a:lnTo>
                  <a:pt x="277609" y="74584"/>
                </a:lnTo>
                <a:lnTo>
                  <a:pt x="278137" y="74433"/>
                </a:lnTo>
                <a:lnTo>
                  <a:pt x="278702" y="74282"/>
                </a:lnTo>
                <a:lnTo>
                  <a:pt x="279192" y="74131"/>
                </a:lnTo>
                <a:lnTo>
                  <a:pt x="279720" y="73905"/>
                </a:lnTo>
                <a:lnTo>
                  <a:pt x="280210" y="73679"/>
                </a:lnTo>
                <a:lnTo>
                  <a:pt x="280700" y="73415"/>
                </a:lnTo>
                <a:lnTo>
                  <a:pt x="281152" y="73114"/>
                </a:lnTo>
                <a:lnTo>
                  <a:pt x="281604" y="72812"/>
                </a:lnTo>
                <a:lnTo>
                  <a:pt x="282019" y="72473"/>
                </a:lnTo>
                <a:lnTo>
                  <a:pt x="282433" y="72134"/>
                </a:lnTo>
                <a:lnTo>
                  <a:pt x="282848" y="71757"/>
                </a:lnTo>
                <a:lnTo>
                  <a:pt x="283225" y="71342"/>
                </a:lnTo>
                <a:lnTo>
                  <a:pt x="283564" y="70928"/>
                </a:lnTo>
                <a:lnTo>
                  <a:pt x="283903" y="70513"/>
                </a:lnTo>
                <a:lnTo>
                  <a:pt x="284205" y="70061"/>
                </a:lnTo>
                <a:lnTo>
                  <a:pt x="284469" y="69571"/>
                </a:lnTo>
                <a:lnTo>
                  <a:pt x="284732" y="69081"/>
                </a:lnTo>
                <a:lnTo>
                  <a:pt x="284959" y="68591"/>
                </a:lnTo>
                <a:lnTo>
                  <a:pt x="285147" y="68064"/>
                </a:lnTo>
                <a:lnTo>
                  <a:pt x="285335" y="67536"/>
                </a:lnTo>
                <a:lnTo>
                  <a:pt x="285486" y="66971"/>
                </a:lnTo>
                <a:lnTo>
                  <a:pt x="285599" y="66405"/>
                </a:lnTo>
                <a:lnTo>
                  <a:pt x="285675" y="65840"/>
                </a:lnTo>
                <a:lnTo>
                  <a:pt x="285712" y="65275"/>
                </a:lnTo>
                <a:lnTo>
                  <a:pt x="285750" y="64672"/>
                </a:lnTo>
                <a:lnTo>
                  <a:pt x="285750" y="10063"/>
                </a:lnTo>
                <a:lnTo>
                  <a:pt x="285712" y="9573"/>
                </a:lnTo>
                <a:lnTo>
                  <a:pt x="285675" y="9045"/>
                </a:lnTo>
                <a:lnTo>
                  <a:pt x="285637" y="8555"/>
                </a:lnTo>
                <a:lnTo>
                  <a:pt x="285524" y="8065"/>
                </a:lnTo>
                <a:lnTo>
                  <a:pt x="285411" y="7575"/>
                </a:lnTo>
                <a:lnTo>
                  <a:pt x="285298" y="7085"/>
                </a:lnTo>
                <a:lnTo>
                  <a:pt x="285147" y="6595"/>
                </a:lnTo>
                <a:lnTo>
                  <a:pt x="284959" y="6143"/>
                </a:lnTo>
                <a:lnTo>
                  <a:pt x="284732" y="5691"/>
                </a:lnTo>
                <a:lnTo>
                  <a:pt x="284544" y="5276"/>
                </a:lnTo>
                <a:lnTo>
                  <a:pt x="284280" y="4862"/>
                </a:lnTo>
                <a:lnTo>
                  <a:pt x="284016" y="4447"/>
                </a:lnTo>
                <a:lnTo>
                  <a:pt x="283753" y="4033"/>
                </a:lnTo>
                <a:lnTo>
                  <a:pt x="283451" y="3656"/>
                </a:lnTo>
                <a:lnTo>
                  <a:pt x="283112" y="3279"/>
                </a:lnTo>
                <a:lnTo>
                  <a:pt x="282773" y="2940"/>
                </a:lnTo>
                <a:lnTo>
                  <a:pt x="282433" y="2600"/>
                </a:lnTo>
                <a:lnTo>
                  <a:pt x="282057" y="2299"/>
                </a:lnTo>
                <a:lnTo>
                  <a:pt x="281680" y="1997"/>
                </a:lnTo>
                <a:lnTo>
                  <a:pt x="281303" y="1696"/>
                </a:lnTo>
                <a:lnTo>
                  <a:pt x="280888" y="1432"/>
                </a:lnTo>
                <a:lnTo>
                  <a:pt x="280474" y="1206"/>
                </a:lnTo>
                <a:lnTo>
                  <a:pt x="280021" y="980"/>
                </a:lnTo>
                <a:lnTo>
                  <a:pt x="279569" y="791"/>
                </a:lnTo>
                <a:lnTo>
                  <a:pt x="279117" y="603"/>
                </a:lnTo>
                <a:lnTo>
                  <a:pt x="278665" y="452"/>
                </a:lnTo>
                <a:lnTo>
                  <a:pt x="278175" y="302"/>
                </a:lnTo>
                <a:lnTo>
                  <a:pt x="277685" y="188"/>
                </a:lnTo>
                <a:lnTo>
                  <a:pt x="277195" y="113"/>
                </a:lnTo>
                <a:lnTo>
                  <a:pt x="276667" y="38"/>
                </a:lnTo>
                <a:lnTo>
                  <a:pt x="276177" y="0"/>
                </a:lnTo>
                <a:close/>
              </a:path>
            </a:pathLst>
          </a:custGeom>
          <a:solidFill>
            <a:schemeClr val="accent6"/>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Inter"/>
              <a:ea typeface="Inter"/>
              <a:cs typeface="Inter"/>
              <a:sym typeface="Inter"/>
            </a:endParaRPr>
          </a:p>
        </p:txBody>
      </p:sp>
      <p:sp>
        <p:nvSpPr>
          <p:cNvPr id="138" name="Google Shape;138;p16"/>
          <p:cNvSpPr txBox="1">
            <a:spLocks noGrp="1"/>
          </p:cNvSpPr>
          <p:nvPr>
            <p:ph type="title"/>
          </p:nvPr>
        </p:nvSpPr>
        <p:spPr>
          <a:xfrm>
            <a:off x="592850" y="286200"/>
            <a:ext cx="6082200" cy="15111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sz="4800">
                <a:solidFill>
                  <a:schemeClr val="lt2"/>
                </a:solidFill>
              </a:defRPr>
            </a:lvl1pPr>
            <a:lvl2pPr lvl="1">
              <a:lnSpc>
                <a:spcPct val="85000"/>
              </a:lnSpc>
              <a:spcBef>
                <a:spcPts val="0"/>
              </a:spcBef>
              <a:spcAft>
                <a:spcPts val="0"/>
              </a:spcAft>
              <a:buNone/>
              <a:defRPr sz="4800">
                <a:solidFill>
                  <a:schemeClr val="lt2"/>
                </a:solidFill>
              </a:defRPr>
            </a:lvl2pPr>
            <a:lvl3pPr lvl="2">
              <a:lnSpc>
                <a:spcPct val="85000"/>
              </a:lnSpc>
              <a:spcBef>
                <a:spcPts val="0"/>
              </a:spcBef>
              <a:spcAft>
                <a:spcPts val="0"/>
              </a:spcAft>
              <a:buNone/>
              <a:defRPr sz="4800">
                <a:solidFill>
                  <a:schemeClr val="lt2"/>
                </a:solidFill>
              </a:defRPr>
            </a:lvl3pPr>
            <a:lvl4pPr lvl="3">
              <a:lnSpc>
                <a:spcPct val="85000"/>
              </a:lnSpc>
              <a:spcBef>
                <a:spcPts val="0"/>
              </a:spcBef>
              <a:spcAft>
                <a:spcPts val="0"/>
              </a:spcAft>
              <a:buNone/>
              <a:defRPr sz="4800">
                <a:solidFill>
                  <a:schemeClr val="lt2"/>
                </a:solidFill>
              </a:defRPr>
            </a:lvl4pPr>
            <a:lvl5pPr lvl="4">
              <a:lnSpc>
                <a:spcPct val="85000"/>
              </a:lnSpc>
              <a:spcBef>
                <a:spcPts val="0"/>
              </a:spcBef>
              <a:spcAft>
                <a:spcPts val="0"/>
              </a:spcAft>
              <a:buNone/>
              <a:defRPr sz="4800">
                <a:solidFill>
                  <a:schemeClr val="lt2"/>
                </a:solidFill>
              </a:defRPr>
            </a:lvl5pPr>
            <a:lvl6pPr lvl="5">
              <a:lnSpc>
                <a:spcPct val="85000"/>
              </a:lnSpc>
              <a:spcBef>
                <a:spcPts val="0"/>
              </a:spcBef>
              <a:spcAft>
                <a:spcPts val="0"/>
              </a:spcAft>
              <a:buNone/>
              <a:defRPr sz="4800">
                <a:solidFill>
                  <a:schemeClr val="lt2"/>
                </a:solidFill>
              </a:defRPr>
            </a:lvl6pPr>
            <a:lvl7pPr lvl="6">
              <a:lnSpc>
                <a:spcPct val="85000"/>
              </a:lnSpc>
              <a:spcBef>
                <a:spcPts val="0"/>
              </a:spcBef>
              <a:spcAft>
                <a:spcPts val="0"/>
              </a:spcAft>
              <a:buNone/>
              <a:defRPr sz="4800">
                <a:solidFill>
                  <a:schemeClr val="lt2"/>
                </a:solidFill>
              </a:defRPr>
            </a:lvl7pPr>
            <a:lvl8pPr lvl="7">
              <a:lnSpc>
                <a:spcPct val="85000"/>
              </a:lnSpc>
              <a:spcBef>
                <a:spcPts val="0"/>
              </a:spcBef>
              <a:spcAft>
                <a:spcPts val="0"/>
              </a:spcAft>
              <a:buNone/>
              <a:defRPr sz="4800">
                <a:solidFill>
                  <a:schemeClr val="lt2"/>
                </a:solidFill>
              </a:defRPr>
            </a:lvl8pPr>
            <a:lvl9pPr lvl="8">
              <a:lnSpc>
                <a:spcPct val="85000"/>
              </a:lnSpc>
              <a:spcBef>
                <a:spcPts val="0"/>
              </a:spcBef>
              <a:spcAft>
                <a:spcPts val="0"/>
              </a:spcAft>
              <a:buNone/>
              <a:defRPr sz="4800">
                <a:solidFill>
                  <a:schemeClr val="lt2"/>
                </a:solidFill>
              </a:defRPr>
            </a:lvl9pPr>
          </a:lstStyle>
          <a:p>
            <a:endParaRPr/>
          </a:p>
        </p:txBody>
      </p:sp>
      <p:sp>
        <p:nvSpPr>
          <p:cNvPr id="139" name="Google Shape;139;p16"/>
          <p:cNvSpPr txBox="1">
            <a:spLocks noGrp="1"/>
          </p:cNvSpPr>
          <p:nvPr>
            <p:ph type="body" idx="1"/>
          </p:nvPr>
        </p:nvSpPr>
        <p:spPr>
          <a:xfrm>
            <a:off x="592850" y="2773025"/>
            <a:ext cx="2796600" cy="19323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lt1"/>
              </a:buClr>
              <a:buSzPts val="1200"/>
              <a:buFont typeface="Inter"/>
              <a:buChar char="●"/>
              <a:defRPr/>
            </a:lvl1pPr>
            <a:lvl2pPr marL="914400" lvl="1" indent="-304800">
              <a:spcBef>
                <a:spcPts val="0"/>
              </a:spcBef>
              <a:spcAft>
                <a:spcPts val="0"/>
              </a:spcAft>
              <a:buClr>
                <a:schemeClr val="lt1"/>
              </a:buClr>
              <a:buSzPts val="1200"/>
              <a:buFont typeface="Inter"/>
              <a:buChar char="○"/>
              <a:defRPr/>
            </a:lvl2pPr>
            <a:lvl3pPr marL="1371600" lvl="2" indent="-304800">
              <a:spcBef>
                <a:spcPts val="0"/>
              </a:spcBef>
              <a:spcAft>
                <a:spcPts val="0"/>
              </a:spcAft>
              <a:buClr>
                <a:schemeClr val="lt1"/>
              </a:buClr>
              <a:buSzPts val="1200"/>
              <a:buFont typeface="Inter"/>
              <a:buChar char="■"/>
              <a:defRPr/>
            </a:lvl3pPr>
            <a:lvl4pPr marL="1828800" lvl="3" indent="-304800">
              <a:spcBef>
                <a:spcPts val="0"/>
              </a:spcBef>
              <a:spcAft>
                <a:spcPts val="0"/>
              </a:spcAft>
              <a:buClr>
                <a:schemeClr val="lt1"/>
              </a:buClr>
              <a:buSzPts val="1200"/>
              <a:buFont typeface="Inter"/>
              <a:buChar char="●"/>
              <a:defRPr/>
            </a:lvl4pPr>
            <a:lvl5pPr marL="2286000" lvl="4" indent="-304800">
              <a:spcBef>
                <a:spcPts val="0"/>
              </a:spcBef>
              <a:spcAft>
                <a:spcPts val="0"/>
              </a:spcAft>
              <a:buClr>
                <a:schemeClr val="lt1"/>
              </a:buClr>
              <a:buSzPts val="1200"/>
              <a:buFont typeface="Inter"/>
              <a:buChar char="○"/>
              <a:defRPr/>
            </a:lvl5pPr>
            <a:lvl6pPr marL="2743200" lvl="5" indent="-304800">
              <a:spcBef>
                <a:spcPts val="0"/>
              </a:spcBef>
              <a:spcAft>
                <a:spcPts val="0"/>
              </a:spcAft>
              <a:buClr>
                <a:schemeClr val="lt1"/>
              </a:buClr>
              <a:buSzPts val="1200"/>
              <a:buFont typeface="Inter"/>
              <a:buChar char="■"/>
              <a:defRPr/>
            </a:lvl6pPr>
            <a:lvl7pPr marL="3200400" lvl="6" indent="-304800">
              <a:spcBef>
                <a:spcPts val="0"/>
              </a:spcBef>
              <a:spcAft>
                <a:spcPts val="0"/>
              </a:spcAft>
              <a:buClr>
                <a:schemeClr val="lt1"/>
              </a:buClr>
              <a:buSzPts val="1200"/>
              <a:buFont typeface="Inter"/>
              <a:buChar char="●"/>
              <a:defRPr/>
            </a:lvl7pPr>
            <a:lvl8pPr marL="3657600" lvl="7" indent="-304800">
              <a:spcBef>
                <a:spcPts val="0"/>
              </a:spcBef>
              <a:spcAft>
                <a:spcPts val="0"/>
              </a:spcAft>
              <a:buClr>
                <a:schemeClr val="lt1"/>
              </a:buClr>
              <a:buSzPts val="1200"/>
              <a:buFont typeface="Inter"/>
              <a:buChar char="○"/>
              <a:defRPr/>
            </a:lvl8pPr>
            <a:lvl9pPr marL="4114800" lvl="8" indent="-304800">
              <a:spcBef>
                <a:spcPts val="0"/>
              </a:spcBef>
              <a:spcAft>
                <a:spcPts val="0"/>
              </a:spcAft>
              <a:buClr>
                <a:schemeClr val="lt1"/>
              </a:buClr>
              <a:buSzPts val="1200"/>
              <a:buFont typeface="Inter"/>
              <a:buChar char="■"/>
              <a:defRPr/>
            </a:lvl9pPr>
          </a:lstStyle>
          <a:p>
            <a:endParaRPr/>
          </a:p>
        </p:txBody>
      </p:sp>
      <p:sp>
        <p:nvSpPr>
          <p:cNvPr id="140" name="Google Shape;140;p16"/>
          <p:cNvSpPr txBox="1">
            <a:spLocks noGrp="1"/>
          </p:cNvSpPr>
          <p:nvPr>
            <p:ph type="subTitle" idx="2"/>
          </p:nvPr>
        </p:nvSpPr>
        <p:spPr>
          <a:xfrm>
            <a:off x="4771575" y="3832425"/>
            <a:ext cx="3356700" cy="4011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Fredoka Medium"/>
              <a:buNone/>
              <a:defRPr sz="1600">
                <a:latin typeface="Fredoka Medium"/>
                <a:ea typeface="Fredoka Medium"/>
                <a:cs typeface="Fredoka Medium"/>
                <a:sym typeface="Fredoka Medium"/>
              </a:defRPr>
            </a:lvl1pPr>
            <a:lvl2pPr lvl="1">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9pPr>
          </a:lstStyle>
          <a:p>
            <a:endParaRPr/>
          </a:p>
        </p:txBody>
      </p:sp>
      <p:pic>
        <p:nvPicPr>
          <p:cNvPr id="141" name="Google Shape;141;p16" descr="A blue pill shape"/>
          <p:cNvPicPr preferRelativeResize="0"/>
          <p:nvPr/>
        </p:nvPicPr>
        <p:blipFill>
          <a:blip r:embed="rId2">
            <a:alphaModFix/>
          </a:blip>
          <a:stretch>
            <a:fillRect/>
          </a:stretch>
        </p:blipFill>
        <p:spPr>
          <a:xfrm rot="776260">
            <a:off x="8591150" y="288500"/>
            <a:ext cx="188300" cy="357200"/>
          </a:xfrm>
          <a:prstGeom prst="rect">
            <a:avLst/>
          </a:prstGeom>
          <a:noFill/>
          <a:ln>
            <a:noFill/>
          </a:ln>
        </p:spPr>
      </p:pic>
      <p:pic>
        <p:nvPicPr>
          <p:cNvPr id="142" name="Google Shape;142;p16" descr="A purple triangle"/>
          <p:cNvPicPr preferRelativeResize="0"/>
          <p:nvPr/>
        </p:nvPicPr>
        <p:blipFill>
          <a:blip r:embed="rId3">
            <a:alphaModFix/>
          </a:blip>
          <a:stretch>
            <a:fillRect/>
          </a:stretch>
        </p:blipFill>
        <p:spPr>
          <a:xfrm>
            <a:off x="7802908" y="679199"/>
            <a:ext cx="734580" cy="725099"/>
          </a:xfrm>
          <a:prstGeom prst="rect">
            <a:avLst/>
          </a:prstGeom>
          <a:noFill/>
          <a:ln>
            <a:noFill/>
          </a:ln>
        </p:spPr>
      </p:pic>
    </p:spTree>
  </p:cSld>
  <p:clrMapOvr>
    <a:masterClrMapping/>
  </p:clrMapOvr>
  <p:extLst>
    <p:ext uri="{DCECCB84-F9BA-43D5-87BE-67443E8EF086}">
      <p15:sldGuideLst xmlns:p15="http://schemas.microsoft.com/office/powerpoint/2012/main">
        <p15:guide id="1" pos="2850">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big ideas - Alt">
  <p:cSld name="BLANK_1_1_1_1_1_1_1_1_1_1_1_1_1_1_2">
    <p:spTree>
      <p:nvGrpSpPr>
        <p:cNvPr id="1" name="Shape 143"/>
        <p:cNvGrpSpPr/>
        <p:nvPr/>
      </p:nvGrpSpPr>
      <p:grpSpPr>
        <a:xfrm>
          <a:off x="0" y="0"/>
          <a:ext cx="0" cy="0"/>
          <a:chOff x="0" y="0"/>
          <a:chExt cx="0" cy="0"/>
        </a:xfrm>
      </p:grpSpPr>
      <p:sp>
        <p:nvSpPr>
          <p:cNvPr id="144" name="Google Shape;144;p17"/>
          <p:cNvSpPr txBox="1">
            <a:spLocks noGrp="1"/>
          </p:cNvSpPr>
          <p:nvPr>
            <p:ph type="subTitle" idx="1"/>
          </p:nvPr>
        </p:nvSpPr>
        <p:spPr>
          <a:xfrm>
            <a:off x="1380050" y="1931750"/>
            <a:ext cx="1644300" cy="379500"/>
          </a:xfrm>
          <a:prstGeom prst="rect">
            <a:avLst/>
          </a:prstGeom>
        </p:spPr>
        <p:txBody>
          <a:bodyPr spcFirstLastPara="1" wrap="square" lIns="0" tIns="0" rIns="0" bIns="0" anchor="t" anchorCtr="0">
            <a:noAutofit/>
          </a:bodyPr>
          <a:lstStyle>
            <a:lvl1pPr lvl="0">
              <a:spcBef>
                <a:spcPts val="0"/>
              </a:spcBef>
              <a:spcAft>
                <a:spcPts val="0"/>
              </a:spcAft>
              <a:buNone/>
              <a:defRPr>
                <a:latin typeface="Fredoka Medium"/>
                <a:ea typeface="Fredoka Medium"/>
                <a:cs typeface="Fredoka Medium"/>
                <a:sym typeface="Fredoka Medium"/>
              </a:defRPr>
            </a:lvl1pPr>
            <a:lvl2pPr lvl="1">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a:endParaRPr/>
          </a:p>
        </p:txBody>
      </p:sp>
      <p:sp>
        <p:nvSpPr>
          <p:cNvPr id="145" name="Google Shape;145;p17"/>
          <p:cNvSpPr txBox="1">
            <a:spLocks noGrp="1"/>
          </p:cNvSpPr>
          <p:nvPr>
            <p:ph type="subTitle" idx="2"/>
          </p:nvPr>
        </p:nvSpPr>
        <p:spPr>
          <a:xfrm>
            <a:off x="1380050" y="2969075"/>
            <a:ext cx="1644300" cy="379500"/>
          </a:xfrm>
          <a:prstGeom prst="rect">
            <a:avLst/>
          </a:prstGeom>
        </p:spPr>
        <p:txBody>
          <a:bodyPr spcFirstLastPara="1" wrap="square" lIns="0" tIns="0" rIns="0" bIns="0" anchor="t" anchorCtr="0">
            <a:noAutofit/>
          </a:bodyPr>
          <a:lstStyle>
            <a:lvl1pPr lvl="0">
              <a:spcBef>
                <a:spcPts val="0"/>
              </a:spcBef>
              <a:spcAft>
                <a:spcPts val="0"/>
              </a:spcAft>
              <a:buNone/>
              <a:defRPr>
                <a:latin typeface="Fredoka Medium"/>
                <a:ea typeface="Fredoka Medium"/>
                <a:cs typeface="Fredoka Medium"/>
                <a:sym typeface="Fredoka Medium"/>
              </a:defRPr>
            </a:lvl1pPr>
            <a:lvl2pPr lvl="1">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a:endParaRPr/>
          </a:p>
        </p:txBody>
      </p:sp>
      <p:sp>
        <p:nvSpPr>
          <p:cNvPr id="146" name="Google Shape;146;p17"/>
          <p:cNvSpPr txBox="1">
            <a:spLocks noGrp="1"/>
          </p:cNvSpPr>
          <p:nvPr>
            <p:ph type="subTitle" idx="3"/>
          </p:nvPr>
        </p:nvSpPr>
        <p:spPr>
          <a:xfrm>
            <a:off x="1380050" y="4006400"/>
            <a:ext cx="1644300" cy="379500"/>
          </a:xfrm>
          <a:prstGeom prst="rect">
            <a:avLst/>
          </a:prstGeom>
        </p:spPr>
        <p:txBody>
          <a:bodyPr spcFirstLastPara="1" wrap="square" lIns="0" tIns="0" rIns="0" bIns="0" anchor="t" anchorCtr="0">
            <a:noAutofit/>
          </a:bodyPr>
          <a:lstStyle>
            <a:lvl1pPr lvl="0">
              <a:spcBef>
                <a:spcPts val="0"/>
              </a:spcBef>
              <a:spcAft>
                <a:spcPts val="0"/>
              </a:spcAft>
              <a:buNone/>
              <a:defRPr>
                <a:latin typeface="Fredoka Medium"/>
                <a:ea typeface="Fredoka Medium"/>
                <a:cs typeface="Fredoka Medium"/>
                <a:sym typeface="Fredoka Medium"/>
              </a:defRPr>
            </a:lvl1pPr>
            <a:lvl2pPr lvl="1">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a:endParaRPr/>
          </a:p>
        </p:txBody>
      </p:sp>
      <p:sp>
        <p:nvSpPr>
          <p:cNvPr id="147" name="Google Shape;147;p17"/>
          <p:cNvSpPr txBox="1">
            <a:spLocks noGrp="1"/>
          </p:cNvSpPr>
          <p:nvPr>
            <p:ph type="title"/>
          </p:nvPr>
        </p:nvSpPr>
        <p:spPr>
          <a:xfrm>
            <a:off x="284700" y="286200"/>
            <a:ext cx="6424200" cy="1022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lt2"/>
                </a:solidFill>
              </a:defRPr>
            </a:lvl2pPr>
            <a:lvl3pPr lvl="2">
              <a:lnSpc>
                <a:spcPct val="115000"/>
              </a:lnSpc>
              <a:spcBef>
                <a:spcPts val="0"/>
              </a:spcBef>
              <a:spcAft>
                <a:spcPts val="0"/>
              </a:spcAft>
              <a:buNone/>
              <a:defRPr sz="3600">
                <a:solidFill>
                  <a:schemeClr val="lt2"/>
                </a:solidFill>
              </a:defRPr>
            </a:lvl3pPr>
            <a:lvl4pPr lvl="3">
              <a:lnSpc>
                <a:spcPct val="115000"/>
              </a:lnSpc>
              <a:spcBef>
                <a:spcPts val="0"/>
              </a:spcBef>
              <a:spcAft>
                <a:spcPts val="0"/>
              </a:spcAft>
              <a:buNone/>
              <a:defRPr sz="3600">
                <a:solidFill>
                  <a:schemeClr val="lt2"/>
                </a:solidFill>
              </a:defRPr>
            </a:lvl4pPr>
            <a:lvl5pPr lvl="4">
              <a:lnSpc>
                <a:spcPct val="115000"/>
              </a:lnSpc>
              <a:spcBef>
                <a:spcPts val="0"/>
              </a:spcBef>
              <a:spcAft>
                <a:spcPts val="0"/>
              </a:spcAft>
              <a:buNone/>
              <a:defRPr sz="3600">
                <a:solidFill>
                  <a:schemeClr val="lt2"/>
                </a:solidFill>
              </a:defRPr>
            </a:lvl5pPr>
            <a:lvl6pPr lvl="5">
              <a:lnSpc>
                <a:spcPct val="115000"/>
              </a:lnSpc>
              <a:spcBef>
                <a:spcPts val="0"/>
              </a:spcBef>
              <a:spcAft>
                <a:spcPts val="0"/>
              </a:spcAft>
              <a:buNone/>
              <a:defRPr sz="3600">
                <a:solidFill>
                  <a:schemeClr val="lt2"/>
                </a:solidFill>
              </a:defRPr>
            </a:lvl6pPr>
            <a:lvl7pPr lvl="6">
              <a:lnSpc>
                <a:spcPct val="115000"/>
              </a:lnSpc>
              <a:spcBef>
                <a:spcPts val="0"/>
              </a:spcBef>
              <a:spcAft>
                <a:spcPts val="0"/>
              </a:spcAft>
              <a:buNone/>
              <a:defRPr sz="3600">
                <a:solidFill>
                  <a:schemeClr val="lt2"/>
                </a:solidFill>
              </a:defRPr>
            </a:lvl7pPr>
            <a:lvl8pPr lvl="7">
              <a:lnSpc>
                <a:spcPct val="115000"/>
              </a:lnSpc>
              <a:spcBef>
                <a:spcPts val="0"/>
              </a:spcBef>
              <a:spcAft>
                <a:spcPts val="0"/>
              </a:spcAft>
              <a:buNone/>
              <a:defRPr sz="3600">
                <a:solidFill>
                  <a:schemeClr val="lt2"/>
                </a:solidFill>
              </a:defRPr>
            </a:lvl8pPr>
            <a:lvl9pPr lvl="8">
              <a:lnSpc>
                <a:spcPct val="115000"/>
              </a:lnSpc>
              <a:spcBef>
                <a:spcPts val="0"/>
              </a:spcBef>
              <a:spcAft>
                <a:spcPts val="0"/>
              </a:spcAft>
              <a:buNone/>
              <a:defRPr sz="3600">
                <a:solidFill>
                  <a:schemeClr val="lt2"/>
                </a:solidFill>
              </a:defRPr>
            </a:lvl9pPr>
          </a:lstStyle>
          <a:p>
            <a:endParaRPr/>
          </a:p>
        </p:txBody>
      </p:sp>
      <p:sp>
        <p:nvSpPr>
          <p:cNvPr id="148" name="Google Shape;148;p17"/>
          <p:cNvSpPr txBox="1">
            <a:spLocks noGrp="1"/>
          </p:cNvSpPr>
          <p:nvPr>
            <p:ph type="body" idx="4"/>
          </p:nvPr>
        </p:nvSpPr>
        <p:spPr>
          <a:xfrm>
            <a:off x="3845375" y="1935325"/>
            <a:ext cx="4773900" cy="436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49" name="Google Shape;149;p17"/>
          <p:cNvSpPr txBox="1">
            <a:spLocks noGrp="1"/>
          </p:cNvSpPr>
          <p:nvPr>
            <p:ph type="body" idx="5"/>
          </p:nvPr>
        </p:nvSpPr>
        <p:spPr>
          <a:xfrm>
            <a:off x="3845375" y="2969075"/>
            <a:ext cx="4773900" cy="436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0" name="Google Shape;150;p17"/>
          <p:cNvSpPr txBox="1">
            <a:spLocks noGrp="1"/>
          </p:cNvSpPr>
          <p:nvPr>
            <p:ph type="body" idx="6"/>
          </p:nvPr>
        </p:nvSpPr>
        <p:spPr>
          <a:xfrm>
            <a:off x="3845375" y="4002825"/>
            <a:ext cx="4773900" cy="4362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Inter"/>
              <a:buChar char="●"/>
              <a:defRPr sz="1000"/>
            </a:lvl1pPr>
            <a:lvl2pPr marL="914400" lvl="1" indent="-292100">
              <a:spcBef>
                <a:spcPts val="0"/>
              </a:spcBef>
              <a:spcAft>
                <a:spcPts val="0"/>
              </a:spcAft>
              <a:buSzPts val="1000"/>
              <a:buFont typeface="Inter"/>
              <a:buChar char="○"/>
              <a:defRPr sz="1000"/>
            </a:lvl2pPr>
            <a:lvl3pPr marL="1371600" lvl="2" indent="-292100">
              <a:spcBef>
                <a:spcPts val="0"/>
              </a:spcBef>
              <a:spcAft>
                <a:spcPts val="0"/>
              </a:spcAft>
              <a:buSzPts val="1000"/>
              <a:buFont typeface="Inter"/>
              <a:buChar char="■"/>
              <a:defRPr sz="1000"/>
            </a:lvl3pPr>
            <a:lvl4pPr marL="1828800" lvl="3" indent="-292100">
              <a:spcBef>
                <a:spcPts val="0"/>
              </a:spcBef>
              <a:spcAft>
                <a:spcPts val="0"/>
              </a:spcAft>
              <a:buSzPts val="1000"/>
              <a:buFont typeface="Inter"/>
              <a:buChar char="●"/>
              <a:defRPr sz="1000"/>
            </a:lvl4pPr>
            <a:lvl5pPr marL="2286000" lvl="4" indent="-292100">
              <a:spcBef>
                <a:spcPts val="0"/>
              </a:spcBef>
              <a:spcAft>
                <a:spcPts val="0"/>
              </a:spcAft>
              <a:buSzPts val="1000"/>
              <a:buFont typeface="Inter"/>
              <a:buChar char="○"/>
              <a:defRPr sz="1000"/>
            </a:lvl5pPr>
            <a:lvl6pPr marL="2743200" lvl="5" indent="-292100">
              <a:spcBef>
                <a:spcPts val="0"/>
              </a:spcBef>
              <a:spcAft>
                <a:spcPts val="0"/>
              </a:spcAft>
              <a:buSzPts val="1000"/>
              <a:buFont typeface="Inter"/>
              <a:buChar char="■"/>
              <a:defRPr sz="1000"/>
            </a:lvl6pPr>
            <a:lvl7pPr marL="3200400" lvl="6" indent="-292100">
              <a:spcBef>
                <a:spcPts val="0"/>
              </a:spcBef>
              <a:spcAft>
                <a:spcPts val="0"/>
              </a:spcAft>
              <a:buSzPts val="1000"/>
              <a:buFont typeface="Inter"/>
              <a:buChar char="●"/>
              <a:defRPr sz="1000"/>
            </a:lvl7pPr>
            <a:lvl8pPr marL="3657600" lvl="7" indent="-292100">
              <a:spcBef>
                <a:spcPts val="0"/>
              </a:spcBef>
              <a:spcAft>
                <a:spcPts val="0"/>
              </a:spcAft>
              <a:buSzPts val="1000"/>
              <a:buFont typeface="Inter"/>
              <a:buChar char="○"/>
              <a:defRPr sz="1000"/>
            </a:lvl8pPr>
            <a:lvl9pPr marL="4114800" lvl="8" indent="-292100">
              <a:spcBef>
                <a:spcPts val="0"/>
              </a:spcBef>
              <a:spcAft>
                <a:spcPts val="0"/>
              </a:spcAft>
              <a:buSzPts val="1000"/>
              <a:buFont typeface="Inter"/>
              <a:buChar char="■"/>
              <a:defRPr sz="1000"/>
            </a:lvl9pPr>
          </a:lstStyle>
          <a:p>
            <a:endParaRPr/>
          </a:p>
        </p:txBody>
      </p:sp>
      <p:pic>
        <p:nvPicPr>
          <p:cNvPr id="151" name="Google Shape;151;p17" descr="A blue starfish shape"/>
          <p:cNvPicPr preferRelativeResize="0"/>
          <p:nvPr/>
        </p:nvPicPr>
        <p:blipFill rotWithShape="1">
          <a:blip r:embed="rId2">
            <a:alphaModFix/>
          </a:blip>
          <a:srcRect l="-13904" t="33451" r="30089" b="-2693"/>
          <a:stretch/>
        </p:blipFill>
        <p:spPr>
          <a:xfrm>
            <a:off x="7393375" y="0"/>
            <a:ext cx="1750624" cy="1452474"/>
          </a:xfrm>
          <a:prstGeom prst="rect">
            <a:avLst/>
          </a:prstGeom>
          <a:noFill/>
          <a:ln>
            <a:noFill/>
          </a:ln>
        </p:spPr>
      </p:pic>
      <p:pic>
        <p:nvPicPr>
          <p:cNvPr id="152" name="Google Shape;152;p17" descr="A heart shape"/>
          <p:cNvPicPr preferRelativeResize="0"/>
          <p:nvPr/>
        </p:nvPicPr>
        <p:blipFill>
          <a:blip r:embed="rId3">
            <a:alphaModFix/>
          </a:blip>
          <a:stretch>
            <a:fillRect/>
          </a:stretch>
        </p:blipFill>
        <p:spPr>
          <a:xfrm>
            <a:off x="6972625" y="837025"/>
            <a:ext cx="420749" cy="32714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big ideas - Alt">
  <p:cSld name="BLANK_1_1_1_1_1_1_1_1_1_1_1_1_1_1_1_3">
    <p:spTree>
      <p:nvGrpSpPr>
        <p:cNvPr id="1" name="Shape 153"/>
        <p:cNvGrpSpPr/>
        <p:nvPr/>
      </p:nvGrpSpPr>
      <p:grpSpPr>
        <a:xfrm>
          <a:off x="0" y="0"/>
          <a:ext cx="0" cy="0"/>
          <a:chOff x="0" y="0"/>
          <a:chExt cx="0" cy="0"/>
        </a:xfrm>
      </p:grpSpPr>
      <p:sp>
        <p:nvSpPr>
          <p:cNvPr id="154" name="Google Shape;154;p18"/>
          <p:cNvSpPr txBox="1">
            <a:spLocks noGrp="1"/>
          </p:cNvSpPr>
          <p:nvPr>
            <p:ph type="subTitle" idx="1"/>
          </p:nvPr>
        </p:nvSpPr>
        <p:spPr>
          <a:xfrm>
            <a:off x="460925" y="3007350"/>
            <a:ext cx="1601700" cy="342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400"/>
              <a:buFont typeface="Fredoka Medium"/>
              <a:buNone/>
              <a:defRPr>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155" name="Google Shape;155;p18"/>
          <p:cNvSpPr txBox="1">
            <a:spLocks noGrp="1"/>
          </p:cNvSpPr>
          <p:nvPr>
            <p:ph type="body" idx="2"/>
          </p:nvPr>
        </p:nvSpPr>
        <p:spPr>
          <a:xfrm>
            <a:off x="460925" y="3492975"/>
            <a:ext cx="1614900" cy="1190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6" name="Google Shape;156;p18"/>
          <p:cNvSpPr txBox="1">
            <a:spLocks noGrp="1"/>
          </p:cNvSpPr>
          <p:nvPr>
            <p:ph type="title"/>
          </p:nvPr>
        </p:nvSpPr>
        <p:spPr>
          <a:xfrm>
            <a:off x="284700" y="286200"/>
            <a:ext cx="6424200" cy="1022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accen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a:endParaRPr/>
          </a:p>
        </p:txBody>
      </p:sp>
      <p:sp>
        <p:nvSpPr>
          <p:cNvPr id="157" name="Google Shape;157;p18"/>
          <p:cNvSpPr txBox="1">
            <a:spLocks noGrp="1"/>
          </p:cNvSpPr>
          <p:nvPr>
            <p:ph type="subTitle" idx="3"/>
          </p:nvPr>
        </p:nvSpPr>
        <p:spPr>
          <a:xfrm>
            <a:off x="3024300" y="3007350"/>
            <a:ext cx="1782000" cy="342900"/>
          </a:xfrm>
          <a:prstGeom prst="rect">
            <a:avLst/>
          </a:prstGeom>
        </p:spPr>
        <p:txBody>
          <a:bodyPr spcFirstLastPara="1" wrap="square" lIns="0" tIns="0" rIns="0" bIns="0" anchor="t" anchorCtr="0">
            <a:noAutofit/>
          </a:bodyPr>
          <a:lstStyle>
            <a:lvl1pPr lvl="0">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158" name="Google Shape;158;p18"/>
          <p:cNvSpPr txBox="1">
            <a:spLocks noGrp="1"/>
          </p:cNvSpPr>
          <p:nvPr>
            <p:ph type="body" idx="4"/>
          </p:nvPr>
        </p:nvSpPr>
        <p:spPr>
          <a:xfrm>
            <a:off x="3024300" y="3492975"/>
            <a:ext cx="1796700" cy="1064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9" name="Google Shape;159;p18"/>
          <p:cNvSpPr txBox="1">
            <a:spLocks noGrp="1"/>
          </p:cNvSpPr>
          <p:nvPr>
            <p:ph type="subTitle" idx="5"/>
          </p:nvPr>
        </p:nvSpPr>
        <p:spPr>
          <a:xfrm>
            <a:off x="3024300" y="4512275"/>
            <a:ext cx="1782000" cy="3429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9pPr>
          </a:lstStyle>
          <a:p>
            <a:endParaRPr/>
          </a:p>
        </p:txBody>
      </p:sp>
      <p:sp>
        <p:nvSpPr>
          <p:cNvPr id="160" name="Google Shape;160;p18"/>
          <p:cNvSpPr txBox="1">
            <a:spLocks noGrp="1"/>
          </p:cNvSpPr>
          <p:nvPr>
            <p:ph type="subTitle" idx="6"/>
          </p:nvPr>
        </p:nvSpPr>
        <p:spPr>
          <a:xfrm>
            <a:off x="5043450" y="3007350"/>
            <a:ext cx="1782000" cy="342900"/>
          </a:xfrm>
          <a:prstGeom prst="rect">
            <a:avLst/>
          </a:prstGeom>
        </p:spPr>
        <p:txBody>
          <a:bodyPr spcFirstLastPara="1" wrap="square" lIns="0" tIns="0" rIns="0" bIns="0" anchor="t" anchorCtr="0">
            <a:noAutofit/>
          </a:bodyPr>
          <a:lstStyle>
            <a:lvl1pPr lvl="0">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161" name="Google Shape;161;p18"/>
          <p:cNvSpPr txBox="1">
            <a:spLocks noGrp="1"/>
          </p:cNvSpPr>
          <p:nvPr>
            <p:ph type="body" idx="7"/>
          </p:nvPr>
        </p:nvSpPr>
        <p:spPr>
          <a:xfrm>
            <a:off x="5043450" y="3492975"/>
            <a:ext cx="1796700" cy="1064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62" name="Google Shape;162;p18"/>
          <p:cNvSpPr txBox="1">
            <a:spLocks noGrp="1"/>
          </p:cNvSpPr>
          <p:nvPr>
            <p:ph type="subTitle" idx="8"/>
          </p:nvPr>
        </p:nvSpPr>
        <p:spPr>
          <a:xfrm>
            <a:off x="5043450" y="4512275"/>
            <a:ext cx="1782000" cy="3429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9pPr>
          </a:lstStyle>
          <a:p>
            <a:endParaRPr/>
          </a:p>
        </p:txBody>
      </p:sp>
      <p:sp>
        <p:nvSpPr>
          <p:cNvPr id="163" name="Google Shape;163;p18"/>
          <p:cNvSpPr txBox="1">
            <a:spLocks noGrp="1"/>
          </p:cNvSpPr>
          <p:nvPr>
            <p:ph type="subTitle" idx="9"/>
          </p:nvPr>
        </p:nvSpPr>
        <p:spPr>
          <a:xfrm>
            <a:off x="7062600" y="3007350"/>
            <a:ext cx="1782000" cy="342900"/>
          </a:xfrm>
          <a:prstGeom prst="rect">
            <a:avLst/>
          </a:prstGeom>
        </p:spPr>
        <p:txBody>
          <a:bodyPr spcFirstLastPara="1" wrap="square" lIns="0" tIns="0" rIns="0" bIns="0" anchor="t" anchorCtr="0">
            <a:noAutofit/>
          </a:bodyPr>
          <a:lstStyle>
            <a:lvl1pPr lvl="0">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164" name="Google Shape;164;p18"/>
          <p:cNvSpPr txBox="1">
            <a:spLocks noGrp="1"/>
          </p:cNvSpPr>
          <p:nvPr>
            <p:ph type="body" idx="13"/>
          </p:nvPr>
        </p:nvSpPr>
        <p:spPr>
          <a:xfrm>
            <a:off x="7062600" y="3492975"/>
            <a:ext cx="1796700" cy="1064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65" name="Google Shape;165;p18"/>
          <p:cNvSpPr txBox="1">
            <a:spLocks noGrp="1"/>
          </p:cNvSpPr>
          <p:nvPr>
            <p:ph type="subTitle" idx="14"/>
          </p:nvPr>
        </p:nvSpPr>
        <p:spPr>
          <a:xfrm>
            <a:off x="7062600" y="4512275"/>
            <a:ext cx="1782000" cy="3429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1_1_1_2">
    <p:spTree>
      <p:nvGrpSpPr>
        <p:cNvPr id="1" name="Shape 166"/>
        <p:cNvGrpSpPr/>
        <p:nvPr/>
      </p:nvGrpSpPr>
      <p:grpSpPr>
        <a:xfrm>
          <a:off x="0" y="0"/>
          <a:ext cx="0" cy="0"/>
          <a:chOff x="0" y="0"/>
          <a:chExt cx="0" cy="0"/>
        </a:xfrm>
      </p:grpSpPr>
      <p:pic>
        <p:nvPicPr>
          <p:cNvPr id="167" name="Google Shape;167;p19" descr="A red amoeba shape"/>
          <p:cNvPicPr preferRelativeResize="0"/>
          <p:nvPr/>
        </p:nvPicPr>
        <p:blipFill rotWithShape="1">
          <a:blip r:embed="rId2">
            <a:alphaModFix/>
          </a:blip>
          <a:srcRect l="22361" t="-5955" r="-13188" b="17857"/>
          <a:stretch/>
        </p:blipFill>
        <p:spPr>
          <a:xfrm>
            <a:off x="1" y="4015675"/>
            <a:ext cx="1049101" cy="1127824"/>
          </a:xfrm>
          <a:prstGeom prst="rect">
            <a:avLst/>
          </a:prstGeom>
          <a:noFill/>
          <a:ln>
            <a:noFill/>
          </a:ln>
        </p:spPr>
      </p:pic>
      <p:pic>
        <p:nvPicPr>
          <p:cNvPr id="168" name="Google Shape;168;p19" descr="A blue polygon"/>
          <p:cNvPicPr preferRelativeResize="0"/>
          <p:nvPr/>
        </p:nvPicPr>
        <p:blipFill>
          <a:blip r:embed="rId3">
            <a:alphaModFix/>
          </a:blip>
          <a:stretch>
            <a:fillRect/>
          </a:stretch>
        </p:blipFill>
        <p:spPr>
          <a:xfrm>
            <a:off x="7931525" y="706700"/>
            <a:ext cx="1191500" cy="1169875"/>
          </a:xfrm>
          <a:prstGeom prst="rect">
            <a:avLst/>
          </a:prstGeom>
          <a:noFill/>
          <a:ln>
            <a:noFill/>
          </a:ln>
        </p:spPr>
      </p:pic>
      <p:sp>
        <p:nvSpPr>
          <p:cNvPr id="169" name="Google Shape;169;p19"/>
          <p:cNvSpPr txBox="1">
            <a:spLocks noGrp="1"/>
          </p:cNvSpPr>
          <p:nvPr>
            <p:ph type="body" idx="1"/>
          </p:nvPr>
        </p:nvSpPr>
        <p:spPr>
          <a:xfrm>
            <a:off x="2630816" y="2772925"/>
            <a:ext cx="1732200" cy="14691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70" name="Google Shape;170;p19"/>
          <p:cNvSpPr txBox="1">
            <a:spLocks noGrp="1"/>
          </p:cNvSpPr>
          <p:nvPr>
            <p:ph type="body" idx="2"/>
          </p:nvPr>
        </p:nvSpPr>
        <p:spPr>
          <a:xfrm>
            <a:off x="4791178" y="2772925"/>
            <a:ext cx="1732200" cy="14691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71" name="Google Shape;171;p19"/>
          <p:cNvSpPr txBox="1">
            <a:spLocks noGrp="1"/>
          </p:cNvSpPr>
          <p:nvPr>
            <p:ph type="subTitle" idx="3"/>
          </p:nvPr>
        </p:nvSpPr>
        <p:spPr>
          <a:xfrm>
            <a:off x="463701" y="1326150"/>
            <a:ext cx="1718100" cy="342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172" name="Google Shape;172;p19"/>
          <p:cNvSpPr txBox="1">
            <a:spLocks noGrp="1"/>
          </p:cNvSpPr>
          <p:nvPr>
            <p:ph type="title"/>
          </p:nvPr>
        </p:nvSpPr>
        <p:spPr>
          <a:xfrm>
            <a:off x="284700" y="286200"/>
            <a:ext cx="8571600" cy="4716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a:endParaRPr/>
          </a:p>
        </p:txBody>
      </p:sp>
      <p:sp>
        <p:nvSpPr>
          <p:cNvPr id="173" name="Google Shape;173;p19"/>
          <p:cNvSpPr txBox="1">
            <a:spLocks noGrp="1"/>
          </p:cNvSpPr>
          <p:nvPr>
            <p:ph type="subTitle" idx="4"/>
          </p:nvPr>
        </p:nvSpPr>
        <p:spPr>
          <a:xfrm>
            <a:off x="2630813" y="1326150"/>
            <a:ext cx="1718100" cy="342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174" name="Google Shape;174;p19"/>
          <p:cNvSpPr txBox="1">
            <a:spLocks noGrp="1"/>
          </p:cNvSpPr>
          <p:nvPr>
            <p:ph type="subTitle" idx="5"/>
          </p:nvPr>
        </p:nvSpPr>
        <p:spPr>
          <a:xfrm>
            <a:off x="4791170" y="1326150"/>
            <a:ext cx="1718100" cy="342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175" name="Google Shape;175;p19"/>
          <p:cNvSpPr txBox="1">
            <a:spLocks noGrp="1"/>
          </p:cNvSpPr>
          <p:nvPr>
            <p:ph type="subTitle" idx="6"/>
          </p:nvPr>
        </p:nvSpPr>
        <p:spPr>
          <a:xfrm>
            <a:off x="6958863" y="1326150"/>
            <a:ext cx="1718100" cy="3429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176" name="Google Shape;176;p19"/>
          <p:cNvSpPr txBox="1">
            <a:spLocks noGrp="1"/>
          </p:cNvSpPr>
          <p:nvPr>
            <p:ph type="body" idx="7"/>
          </p:nvPr>
        </p:nvSpPr>
        <p:spPr>
          <a:xfrm>
            <a:off x="463700" y="2772925"/>
            <a:ext cx="1732200" cy="14691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77" name="Google Shape;177;p19"/>
          <p:cNvSpPr txBox="1">
            <a:spLocks noGrp="1"/>
          </p:cNvSpPr>
          <p:nvPr>
            <p:ph type="body" idx="8"/>
          </p:nvPr>
        </p:nvSpPr>
        <p:spPr>
          <a:xfrm>
            <a:off x="6958874" y="2772925"/>
            <a:ext cx="1732200" cy="14691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ur big ideas - Alt 3">
  <p:cSld name="BLANK_1_1_1_1_1_1_1_1_1_1_1_1_1_1_1_4">
    <p:spTree>
      <p:nvGrpSpPr>
        <p:cNvPr id="1" name="Shape 178"/>
        <p:cNvGrpSpPr/>
        <p:nvPr/>
      </p:nvGrpSpPr>
      <p:grpSpPr>
        <a:xfrm>
          <a:off x="0" y="0"/>
          <a:ext cx="0" cy="0"/>
          <a:chOff x="0" y="0"/>
          <a:chExt cx="0" cy="0"/>
        </a:xfrm>
      </p:grpSpPr>
      <p:sp>
        <p:nvSpPr>
          <p:cNvPr id="179" name="Google Shape;179;p20"/>
          <p:cNvSpPr txBox="1">
            <a:spLocks noGrp="1"/>
          </p:cNvSpPr>
          <p:nvPr>
            <p:ph type="body" idx="1"/>
          </p:nvPr>
        </p:nvSpPr>
        <p:spPr>
          <a:xfrm>
            <a:off x="291300" y="3492975"/>
            <a:ext cx="2121900" cy="1190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2"/>
              </a:buClr>
              <a:buSzPts val="1000"/>
              <a:buFont typeface="Inter"/>
              <a:buChar char="●"/>
              <a:defRPr sz="1000">
                <a:solidFill>
                  <a:schemeClr val="lt2"/>
                </a:solidFill>
              </a:defRPr>
            </a:lvl1pPr>
            <a:lvl2pPr marL="914400" lvl="1" indent="-292100">
              <a:spcBef>
                <a:spcPts val="0"/>
              </a:spcBef>
              <a:spcAft>
                <a:spcPts val="0"/>
              </a:spcAft>
              <a:buClr>
                <a:schemeClr val="lt2"/>
              </a:buClr>
              <a:buSzPts val="1000"/>
              <a:buFont typeface="Inter"/>
              <a:buChar char="○"/>
              <a:defRPr sz="1000">
                <a:solidFill>
                  <a:schemeClr val="lt2"/>
                </a:solidFill>
              </a:defRPr>
            </a:lvl2pPr>
            <a:lvl3pPr marL="1371600" lvl="2" indent="-292100">
              <a:spcBef>
                <a:spcPts val="0"/>
              </a:spcBef>
              <a:spcAft>
                <a:spcPts val="0"/>
              </a:spcAft>
              <a:buClr>
                <a:schemeClr val="lt2"/>
              </a:buClr>
              <a:buSzPts val="1000"/>
              <a:buFont typeface="Inter"/>
              <a:buChar char="■"/>
              <a:defRPr sz="1000">
                <a:solidFill>
                  <a:schemeClr val="lt2"/>
                </a:solidFill>
              </a:defRPr>
            </a:lvl3pPr>
            <a:lvl4pPr marL="1828800" lvl="3" indent="-292100">
              <a:spcBef>
                <a:spcPts val="0"/>
              </a:spcBef>
              <a:spcAft>
                <a:spcPts val="0"/>
              </a:spcAft>
              <a:buClr>
                <a:schemeClr val="lt2"/>
              </a:buClr>
              <a:buSzPts val="1000"/>
              <a:buFont typeface="Inter"/>
              <a:buChar char="●"/>
              <a:defRPr sz="1000">
                <a:solidFill>
                  <a:schemeClr val="lt2"/>
                </a:solidFill>
              </a:defRPr>
            </a:lvl4pPr>
            <a:lvl5pPr marL="2286000" lvl="4" indent="-292100">
              <a:spcBef>
                <a:spcPts val="0"/>
              </a:spcBef>
              <a:spcAft>
                <a:spcPts val="0"/>
              </a:spcAft>
              <a:buClr>
                <a:schemeClr val="lt2"/>
              </a:buClr>
              <a:buSzPts val="1000"/>
              <a:buFont typeface="Inter"/>
              <a:buChar char="○"/>
              <a:defRPr sz="1000">
                <a:solidFill>
                  <a:schemeClr val="lt2"/>
                </a:solidFill>
              </a:defRPr>
            </a:lvl5pPr>
            <a:lvl6pPr marL="2743200" lvl="5" indent="-292100">
              <a:spcBef>
                <a:spcPts val="0"/>
              </a:spcBef>
              <a:spcAft>
                <a:spcPts val="0"/>
              </a:spcAft>
              <a:buClr>
                <a:schemeClr val="lt2"/>
              </a:buClr>
              <a:buSzPts val="1000"/>
              <a:buFont typeface="Inter"/>
              <a:buChar char="■"/>
              <a:defRPr sz="1000">
                <a:solidFill>
                  <a:schemeClr val="lt2"/>
                </a:solidFill>
              </a:defRPr>
            </a:lvl6pPr>
            <a:lvl7pPr marL="3200400" lvl="6" indent="-292100">
              <a:spcBef>
                <a:spcPts val="0"/>
              </a:spcBef>
              <a:spcAft>
                <a:spcPts val="0"/>
              </a:spcAft>
              <a:buClr>
                <a:schemeClr val="lt2"/>
              </a:buClr>
              <a:buSzPts val="1000"/>
              <a:buFont typeface="Inter"/>
              <a:buChar char="●"/>
              <a:defRPr sz="1000">
                <a:solidFill>
                  <a:schemeClr val="lt2"/>
                </a:solidFill>
              </a:defRPr>
            </a:lvl7pPr>
            <a:lvl8pPr marL="3657600" lvl="7" indent="-292100">
              <a:spcBef>
                <a:spcPts val="0"/>
              </a:spcBef>
              <a:spcAft>
                <a:spcPts val="0"/>
              </a:spcAft>
              <a:buClr>
                <a:schemeClr val="lt2"/>
              </a:buClr>
              <a:buSzPts val="1000"/>
              <a:buFont typeface="Inter"/>
              <a:buChar char="○"/>
              <a:defRPr sz="1000">
                <a:solidFill>
                  <a:schemeClr val="lt2"/>
                </a:solidFill>
              </a:defRPr>
            </a:lvl8pPr>
            <a:lvl9pPr marL="4114800" lvl="8" indent="-292100">
              <a:spcBef>
                <a:spcPts val="0"/>
              </a:spcBef>
              <a:spcAft>
                <a:spcPts val="0"/>
              </a:spcAft>
              <a:buClr>
                <a:schemeClr val="lt2"/>
              </a:buClr>
              <a:buSzPts val="1000"/>
              <a:buFont typeface="Inter"/>
              <a:buChar char="■"/>
              <a:defRPr sz="1000">
                <a:solidFill>
                  <a:schemeClr val="lt2"/>
                </a:solidFill>
              </a:defRPr>
            </a:lvl9pPr>
          </a:lstStyle>
          <a:p>
            <a:endParaRPr/>
          </a:p>
        </p:txBody>
      </p:sp>
      <p:sp>
        <p:nvSpPr>
          <p:cNvPr id="180" name="Google Shape;180;p20"/>
          <p:cNvSpPr txBox="1">
            <a:spLocks noGrp="1"/>
          </p:cNvSpPr>
          <p:nvPr>
            <p:ph type="body" idx="2"/>
          </p:nvPr>
        </p:nvSpPr>
        <p:spPr>
          <a:xfrm>
            <a:off x="2404125" y="2676563"/>
            <a:ext cx="2121900" cy="1190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2"/>
              </a:buClr>
              <a:buSzPts val="1000"/>
              <a:buFont typeface="Inter"/>
              <a:buChar char="●"/>
              <a:defRPr sz="1000">
                <a:solidFill>
                  <a:schemeClr val="lt2"/>
                </a:solidFill>
              </a:defRPr>
            </a:lvl1pPr>
            <a:lvl2pPr marL="914400" lvl="1" indent="-292100">
              <a:spcBef>
                <a:spcPts val="0"/>
              </a:spcBef>
              <a:spcAft>
                <a:spcPts val="0"/>
              </a:spcAft>
              <a:buClr>
                <a:schemeClr val="lt2"/>
              </a:buClr>
              <a:buSzPts val="1000"/>
              <a:buFont typeface="Inter"/>
              <a:buChar char="○"/>
              <a:defRPr sz="1000">
                <a:solidFill>
                  <a:schemeClr val="lt2"/>
                </a:solidFill>
              </a:defRPr>
            </a:lvl2pPr>
            <a:lvl3pPr marL="1371600" lvl="2" indent="-292100">
              <a:spcBef>
                <a:spcPts val="0"/>
              </a:spcBef>
              <a:spcAft>
                <a:spcPts val="0"/>
              </a:spcAft>
              <a:buClr>
                <a:schemeClr val="lt2"/>
              </a:buClr>
              <a:buSzPts val="1000"/>
              <a:buFont typeface="Inter"/>
              <a:buChar char="■"/>
              <a:defRPr sz="1000">
                <a:solidFill>
                  <a:schemeClr val="lt2"/>
                </a:solidFill>
              </a:defRPr>
            </a:lvl3pPr>
            <a:lvl4pPr marL="1828800" lvl="3" indent="-292100">
              <a:spcBef>
                <a:spcPts val="0"/>
              </a:spcBef>
              <a:spcAft>
                <a:spcPts val="0"/>
              </a:spcAft>
              <a:buClr>
                <a:schemeClr val="lt2"/>
              </a:buClr>
              <a:buSzPts val="1000"/>
              <a:buFont typeface="Inter"/>
              <a:buChar char="●"/>
              <a:defRPr sz="1000">
                <a:solidFill>
                  <a:schemeClr val="lt2"/>
                </a:solidFill>
              </a:defRPr>
            </a:lvl4pPr>
            <a:lvl5pPr marL="2286000" lvl="4" indent="-292100">
              <a:spcBef>
                <a:spcPts val="0"/>
              </a:spcBef>
              <a:spcAft>
                <a:spcPts val="0"/>
              </a:spcAft>
              <a:buClr>
                <a:schemeClr val="lt2"/>
              </a:buClr>
              <a:buSzPts val="1000"/>
              <a:buFont typeface="Inter"/>
              <a:buChar char="○"/>
              <a:defRPr sz="1000">
                <a:solidFill>
                  <a:schemeClr val="lt2"/>
                </a:solidFill>
              </a:defRPr>
            </a:lvl5pPr>
            <a:lvl6pPr marL="2743200" lvl="5" indent="-292100">
              <a:spcBef>
                <a:spcPts val="0"/>
              </a:spcBef>
              <a:spcAft>
                <a:spcPts val="0"/>
              </a:spcAft>
              <a:buClr>
                <a:schemeClr val="lt2"/>
              </a:buClr>
              <a:buSzPts val="1000"/>
              <a:buFont typeface="Inter"/>
              <a:buChar char="■"/>
              <a:defRPr sz="1000">
                <a:solidFill>
                  <a:schemeClr val="lt2"/>
                </a:solidFill>
              </a:defRPr>
            </a:lvl6pPr>
            <a:lvl7pPr marL="3200400" lvl="6" indent="-292100">
              <a:spcBef>
                <a:spcPts val="0"/>
              </a:spcBef>
              <a:spcAft>
                <a:spcPts val="0"/>
              </a:spcAft>
              <a:buClr>
                <a:schemeClr val="lt2"/>
              </a:buClr>
              <a:buSzPts val="1000"/>
              <a:buFont typeface="Inter"/>
              <a:buChar char="●"/>
              <a:defRPr sz="1000">
                <a:solidFill>
                  <a:schemeClr val="lt2"/>
                </a:solidFill>
              </a:defRPr>
            </a:lvl7pPr>
            <a:lvl8pPr marL="3657600" lvl="7" indent="-292100">
              <a:spcBef>
                <a:spcPts val="0"/>
              </a:spcBef>
              <a:spcAft>
                <a:spcPts val="0"/>
              </a:spcAft>
              <a:buClr>
                <a:schemeClr val="lt2"/>
              </a:buClr>
              <a:buSzPts val="1000"/>
              <a:buFont typeface="Inter"/>
              <a:buChar char="○"/>
              <a:defRPr sz="1000">
                <a:solidFill>
                  <a:schemeClr val="lt2"/>
                </a:solidFill>
              </a:defRPr>
            </a:lvl8pPr>
            <a:lvl9pPr marL="4114800" lvl="8" indent="-292100">
              <a:spcBef>
                <a:spcPts val="0"/>
              </a:spcBef>
              <a:spcAft>
                <a:spcPts val="0"/>
              </a:spcAft>
              <a:buClr>
                <a:schemeClr val="lt2"/>
              </a:buClr>
              <a:buSzPts val="1000"/>
              <a:buFont typeface="Inter"/>
              <a:buChar char="■"/>
              <a:defRPr sz="1000">
                <a:solidFill>
                  <a:schemeClr val="lt2"/>
                </a:solidFill>
              </a:defRPr>
            </a:lvl9pPr>
          </a:lstStyle>
          <a:p>
            <a:endParaRPr/>
          </a:p>
        </p:txBody>
      </p:sp>
      <p:sp>
        <p:nvSpPr>
          <p:cNvPr id="181" name="Google Shape;181;p20"/>
          <p:cNvSpPr txBox="1">
            <a:spLocks noGrp="1"/>
          </p:cNvSpPr>
          <p:nvPr>
            <p:ph type="body" idx="3"/>
          </p:nvPr>
        </p:nvSpPr>
        <p:spPr>
          <a:xfrm>
            <a:off x="4570800" y="1955675"/>
            <a:ext cx="2121900" cy="1190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2"/>
              </a:buClr>
              <a:buSzPts val="1000"/>
              <a:buFont typeface="Inter"/>
              <a:buChar char="●"/>
              <a:defRPr sz="1000">
                <a:solidFill>
                  <a:schemeClr val="lt2"/>
                </a:solidFill>
              </a:defRPr>
            </a:lvl1pPr>
            <a:lvl2pPr marL="914400" lvl="1" indent="-292100">
              <a:spcBef>
                <a:spcPts val="0"/>
              </a:spcBef>
              <a:spcAft>
                <a:spcPts val="0"/>
              </a:spcAft>
              <a:buClr>
                <a:schemeClr val="lt2"/>
              </a:buClr>
              <a:buSzPts val="1000"/>
              <a:buFont typeface="Inter"/>
              <a:buChar char="○"/>
              <a:defRPr sz="1000">
                <a:solidFill>
                  <a:schemeClr val="lt2"/>
                </a:solidFill>
              </a:defRPr>
            </a:lvl2pPr>
            <a:lvl3pPr marL="1371600" lvl="2" indent="-292100">
              <a:spcBef>
                <a:spcPts val="0"/>
              </a:spcBef>
              <a:spcAft>
                <a:spcPts val="0"/>
              </a:spcAft>
              <a:buClr>
                <a:schemeClr val="lt2"/>
              </a:buClr>
              <a:buSzPts val="1000"/>
              <a:buFont typeface="Inter"/>
              <a:buChar char="■"/>
              <a:defRPr sz="1000">
                <a:solidFill>
                  <a:schemeClr val="lt2"/>
                </a:solidFill>
              </a:defRPr>
            </a:lvl3pPr>
            <a:lvl4pPr marL="1828800" lvl="3" indent="-292100">
              <a:spcBef>
                <a:spcPts val="0"/>
              </a:spcBef>
              <a:spcAft>
                <a:spcPts val="0"/>
              </a:spcAft>
              <a:buClr>
                <a:schemeClr val="lt2"/>
              </a:buClr>
              <a:buSzPts val="1000"/>
              <a:buFont typeface="Inter"/>
              <a:buChar char="●"/>
              <a:defRPr sz="1000">
                <a:solidFill>
                  <a:schemeClr val="lt2"/>
                </a:solidFill>
              </a:defRPr>
            </a:lvl4pPr>
            <a:lvl5pPr marL="2286000" lvl="4" indent="-292100">
              <a:spcBef>
                <a:spcPts val="0"/>
              </a:spcBef>
              <a:spcAft>
                <a:spcPts val="0"/>
              </a:spcAft>
              <a:buClr>
                <a:schemeClr val="lt2"/>
              </a:buClr>
              <a:buSzPts val="1000"/>
              <a:buFont typeface="Inter"/>
              <a:buChar char="○"/>
              <a:defRPr sz="1000">
                <a:solidFill>
                  <a:schemeClr val="lt2"/>
                </a:solidFill>
              </a:defRPr>
            </a:lvl5pPr>
            <a:lvl6pPr marL="2743200" lvl="5" indent="-292100">
              <a:spcBef>
                <a:spcPts val="0"/>
              </a:spcBef>
              <a:spcAft>
                <a:spcPts val="0"/>
              </a:spcAft>
              <a:buClr>
                <a:schemeClr val="lt2"/>
              </a:buClr>
              <a:buSzPts val="1000"/>
              <a:buFont typeface="Inter"/>
              <a:buChar char="■"/>
              <a:defRPr sz="1000">
                <a:solidFill>
                  <a:schemeClr val="lt2"/>
                </a:solidFill>
              </a:defRPr>
            </a:lvl6pPr>
            <a:lvl7pPr marL="3200400" lvl="6" indent="-292100">
              <a:spcBef>
                <a:spcPts val="0"/>
              </a:spcBef>
              <a:spcAft>
                <a:spcPts val="0"/>
              </a:spcAft>
              <a:buClr>
                <a:schemeClr val="lt2"/>
              </a:buClr>
              <a:buSzPts val="1000"/>
              <a:buFont typeface="Inter"/>
              <a:buChar char="●"/>
              <a:defRPr sz="1000">
                <a:solidFill>
                  <a:schemeClr val="lt2"/>
                </a:solidFill>
              </a:defRPr>
            </a:lvl7pPr>
            <a:lvl8pPr marL="3657600" lvl="7" indent="-292100">
              <a:spcBef>
                <a:spcPts val="0"/>
              </a:spcBef>
              <a:spcAft>
                <a:spcPts val="0"/>
              </a:spcAft>
              <a:buClr>
                <a:schemeClr val="lt2"/>
              </a:buClr>
              <a:buSzPts val="1000"/>
              <a:buFont typeface="Inter"/>
              <a:buChar char="○"/>
              <a:defRPr sz="1000">
                <a:solidFill>
                  <a:schemeClr val="lt2"/>
                </a:solidFill>
              </a:defRPr>
            </a:lvl8pPr>
            <a:lvl9pPr marL="4114800" lvl="8" indent="-292100">
              <a:spcBef>
                <a:spcPts val="0"/>
              </a:spcBef>
              <a:spcAft>
                <a:spcPts val="0"/>
              </a:spcAft>
              <a:buClr>
                <a:schemeClr val="lt2"/>
              </a:buClr>
              <a:buSzPts val="1000"/>
              <a:buFont typeface="Inter"/>
              <a:buChar char="■"/>
              <a:defRPr sz="1000">
                <a:solidFill>
                  <a:schemeClr val="lt2"/>
                </a:solidFill>
              </a:defRPr>
            </a:lvl9pPr>
          </a:lstStyle>
          <a:p>
            <a:endParaRPr/>
          </a:p>
        </p:txBody>
      </p:sp>
      <p:sp>
        <p:nvSpPr>
          <p:cNvPr id="182" name="Google Shape;182;p20"/>
          <p:cNvSpPr txBox="1">
            <a:spLocks noGrp="1"/>
          </p:cNvSpPr>
          <p:nvPr>
            <p:ph type="title"/>
          </p:nvPr>
        </p:nvSpPr>
        <p:spPr>
          <a:xfrm>
            <a:off x="284700" y="286200"/>
            <a:ext cx="6424200" cy="1022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accen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a:endParaRPr/>
          </a:p>
        </p:txBody>
      </p:sp>
      <p:sp>
        <p:nvSpPr>
          <p:cNvPr id="183" name="Google Shape;183;p20"/>
          <p:cNvSpPr txBox="1">
            <a:spLocks noGrp="1"/>
          </p:cNvSpPr>
          <p:nvPr>
            <p:ph type="subTitle" idx="4"/>
          </p:nvPr>
        </p:nvSpPr>
        <p:spPr>
          <a:xfrm>
            <a:off x="463701" y="2795250"/>
            <a:ext cx="1718100" cy="342900"/>
          </a:xfrm>
          <a:prstGeom prst="rect">
            <a:avLst/>
          </a:prstGeom>
        </p:spPr>
        <p:txBody>
          <a:bodyPr spcFirstLastPara="1" wrap="square" lIns="0" tIns="0" rIns="0" bIns="0" anchor="t" anchorCtr="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184" name="Google Shape;184;p20"/>
          <p:cNvSpPr txBox="1">
            <a:spLocks noGrp="1"/>
          </p:cNvSpPr>
          <p:nvPr>
            <p:ph type="subTitle" idx="5"/>
          </p:nvPr>
        </p:nvSpPr>
        <p:spPr>
          <a:xfrm>
            <a:off x="2576526" y="1978838"/>
            <a:ext cx="1718100" cy="342900"/>
          </a:xfrm>
          <a:prstGeom prst="rect">
            <a:avLst/>
          </a:prstGeom>
        </p:spPr>
        <p:txBody>
          <a:bodyPr spcFirstLastPara="1" wrap="square" lIns="0" tIns="0" rIns="0" bIns="0" anchor="t" anchorCtr="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185" name="Google Shape;185;p20"/>
          <p:cNvSpPr txBox="1">
            <a:spLocks noGrp="1"/>
          </p:cNvSpPr>
          <p:nvPr>
            <p:ph type="subTitle" idx="6"/>
          </p:nvPr>
        </p:nvSpPr>
        <p:spPr>
          <a:xfrm>
            <a:off x="4743201" y="1257950"/>
            <a:ext cx="1718100" cy="342900"/>
          </a:xfrm>
          <a:prstGeom prst="rect">
            <a:avLst/>
          </a:prstGeom>
        </p:spPr>
        <p:txBody>
          <a:bodyPr spcFirstLastPara="1" wrap="square" lIns="0" tIns="0" rIns="0" bIns="0" anchor="t" anchorCtr="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186" name="Google Shape;186;p20"/>
          <p:cNvSpPr txBox="1">
            <a:spLocks noGrp="1"/>
          </p:cNvSpPr>
          <p:nvPr>
            <p:ph type="subTitle" idx="7"/>
          </p:nvPr>
        </p:nvSpPr>
        <p:spPr>
          <a:xfrm>
            <a:off x="6918276" y="481813"/>
            <a:ext cx="1718100" cy="342900"/>
          </a:xfrm>
          <a:prstGeom prst="rect">
            <a:avLst/>
          </a:prstGeom>
        </p:spPr>
        <p:txBody>
          <a:bodyPr spcFirstLastPara="1" wrap="square" lIns="0" tIns="0" rIns="0" bIns="0" anchor="t" anchorCtr="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187" name="Google Shape;187;p20"/>
          <p:cNvSpPr txBox="1">
            <a:spLocks noGrp="1"/>
          </p:cNvSpPr>
          <p:nvPr>
            <p:ph type="body" idx="8"/>
          </p:nvPr>
        </p:nvSpPr>
        <p:spPr>
          <a:xfrm>
            <a:off x="6745875" y="1179538"/>
            <a:ext cx="2121900" cy="1190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2"/>
              </a:buClr>
              <a:buSzPts val="1000"/>
              <a:buFont typeface="Inter"/>
              <a:buChar char="●"/>
              <a:defRPr sz="1000">
                <a:solidFill>
                  <a:schemeClr val="lt2"/>
                </a:solidFill>
              </a:defRPr>
            </a:lvl1pPr>
            <a:lvl2pPr marL="914400" lvl="1" indent="-292100">
              <a:spcBef>
                <a:spcPts val="0"/>
              </a:spcBef>
              <a:spcAft>
                <a:spcPts val="0"/>
              </a:spcAft>
              <a:buClr>
                <a:schemeClr val="lt2"/>
              </a:buClr>
              <a:buSzPts val="1000"/>
              <a:buFont typeface="Inter"/>
              <a:buChar char="○"/>
              <a:defRPr sz="1000">
                <a:solidFill>
                  <a:schemeClr val="lt2"/>
                </a:solidFill>
              </a:defRPr>
            </a:lvl2pPr>
            <a:lvl3pPr marL="1371600" lvl="2" indent="-292100">
              <a:spcBef>
                <a:spcPts val="0"/>
              </a:spcBef>
              <a:spcAft>
                <a:spcPts val="0"/>
              </a:spcAft>
              <a:buClr>
                <a:schemeClr val="lt2"/>
              </a:buClr>
              <a:buSzPts val="1000"/>
              <a:buFont typeface="Inter"/>
              <a:buChar char="■"/>
              <a:defRPr sz="1000">
                <a:solidFill>
                  <a:schemeClr val="lt2"/>
                </a:solidFill>
              </a:defRPr>
            </a:lvl3pPr>
            <a:lvl4pPr marL="1828800" lvl="3" indent="-292100">
              <a:spcBef>
                <a:spcPts val="0"/>
              </a:spcBef>
              <a:spcAft>
                <a:spcPts val="0"/>
              </a:spcAft>
              <a:buClr>
                <a:schemeClr val="lt2"/>
              </a:buClr>
              <a:buSzPts val="1000"/>
              <a:buFont typeface="Inter"/>
              <a:buChar char="●"/>
              <a:defRPr sz="1000">
                <a:solidFill>
                  <a:schemeClr val="lt2"/>
                </a:solidFill>
              </a:defRPr>
            </a:lvl4pPr>
            <a:lvl5pPr marL="2286000" lvl="4" indent="-292100">
              <a:spcBef>
                <a:spcPts val="0"/>
              </a:spcBef>
              <a:spcAft>
                <a:spcPts val="0"/>
              </a:spcAft>
              <a:buClr>
                <a:schemeClr val="lt2"/>
              </a:buClr>
              <a:buSzPts val="1000"/>
              <a:buFont typeface="Inter"/>
              <a:buChar char="○"/>
              <a:defRPr sz="1000">
                <a:solidFill>
                  <a:schemeClr val="lt2"/>
                </a:solidFill>
              </a:defRPr>
            </a:lvl5pPr>
            <a:lvl6pPr marL="2743200" lvl="5" indent="-292100">
              <a:spcBef>
                <a:spcPts val="0"/>
              </a:spcBef>
              <a:spcAft>
                <a:spcPts val="0"/>
              </a:spcAft>
              <a:buClr>
                <a:schemeClr val="lt2"/>
              </a:buClr>
              <a:buSzPts val="1000"/>
              <a:buFont typeface="Inter"/>
              <a:buChar char="■"/>
              <a:defRPr sz="1000">
                <a:solidFill>
                  <a:schemeClr val="lt2"/>
                </a:solidFill>
              </a:defRPr>
            </a:lvl6pPr>
            <a:lvl7pPr marL="3200400" lvl="6" indent="-292100">
              <a:spcBef>
                <a:spcPts val="0"/>
              </a:spcBef>
              <a:spcAft>
                <a:spcPts val="0"/>
              </a:spcAft>
              <a:buClr>
                <a:schemeClr val="lt2"/>
              </a:buClr>
              <a:buSzPts val="1000"/>
              <a:buFont typeface="Inter"/>
              <a:buChar char="●"/>
              <a:defRPr sz="1000">
                <a:solidFill>
                  <a:schemeClr val="lt2"/>
                </a:solidFill>
              </a:defRPr>
            </a:lvl7pPr>
            <a:lvl8pPr marL="3657600" lvl="7" indent="-292100">
              <a:spcBef>
                <a:spcPts val="0"/>
              </a:spcBef>
              <a:spcAft>
                <a:spcPts val="0"/>
              </a:spcAft>
              <a:buClr>
                <a:schemeClr val="lt2"/>
              </a:buClr>
              <a:buSzPts val="1000"/>
              <a:buFont typeface="Inter"/>
              <a:buChar char="○"/>
              <a:defRPr sz="1000">
                <a:solidFill>
                  <a:schemeClr val="lt2"/>
                </a:solidFill>
              </a:defRPr>
            </a:lvl8pPr>
            <a:lvl9pPr marL="4114800" lvl="8" indent="-292100">
              <a:spcBef>
                <a:spcPts val="0"/>
              </a:spcBef>
              <a:spcAft>
                <a:spcPts val="0"/>
              </a:spcAft>
              <a:buClr>
                <a:schemeClr val="lt2"/>
              </a:buClr>
              <a:buSzPts val="1000"/>
              <a:buFont typeface="Inter"/>
              <a:buChar char="■"/>
              <a:defRPr sz="1000">
                <a:solidFill>
                  <a:schemeClr val="lt2"/>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ive big ideas">
  <p:cSld name="BLANK_1_1_1_1_1_1_1_1_1_1_1_1_1_1_1_3_1">
    <p:bg>
      <p:bgPr>
        <a:gradFill>
          <a:gsLst>
            <a:gs pos="0">
              <a:schemeClr val="dk1"/>
            </a:gs>
            <a:gs pos="73000">
              <a:schemeClr val="dk1"/>
            </a:gs>
            <a:gs pos="100000">
              <a:schemeClr val="accent4"/>
            </a:gs>
          </a:gsLst>
          <a:lin ang="8099331" scaled="0"/>
        </a:gradFill>
        <a:effectLst/>
      </p:bgPr>
    </p:bg>
    <p:spTree>
      <p:nvGrpSpPr>
        <p:cNvPr id="1" name="Shape 188"/>
        <p:cNvGrpSpPr/>
        <p:nvPr/>
      </p:nvGrpSpPr>
      <p:grpSpPr>
        <a:xfrm>
          <a:off x="0" y="0"/>
          <a:ext cx="0" cy="0"/>
          <a:chOff x="0" y="0"/>
          <a:chExt cx="0" cy="0"/>
        </a:xfrm>
      </p:grpSpPr>
      <p:sp>
        <p:nvSpPr>
          <p:cNvPr id="189" name="Google Shape;189;p21"/>
          <p:cNvSpPr txBox="1">
            <a:spLocks noGrp="1"/>
          </p:cNvSpPr>
          <p:nvPr>
            <p:ph type="title"/>
          </p:nvPr>
        </p:nvSpPr>
        <p:spPr>
          <a:xfrm>
            <a:off x="284700" y="286200"/>
            <a:ext cx="4194000" cy="14646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lt2"/>
                </a:solidFill>
              </a:defRPr>
            </a:lvl2pPr>
            <a:lvl3pPr lvl="2">
              <a:lnSpc>
                <a:spcPct val="115000"/>
              </a:lnSpc>
              <a:spcBef>
                <a:spcPts val="0"/>
              </a:spcBef>
              <a:spcAft>
                <a:spcPts val="0"/>
              </a:spcAft>
              <a:buNone/>
              <a:defRPr sz="3600">
                <a:solidFill>
                  <a:schemeClr val="lt2"/>
                </a:solidFill>
              </a:defRPr>
            </a:lvl3pPr>
            <a:lvl4pPr lvl="3">
              <a:lnSpc>
                <a:spcPct val="115000"/>
              </a:lnSpc>
              <a:spcBef>
                <a:spcPts val="0"/>
              </a:spcBef>
              <a:spcAft>
                <a:spcPts val="0"/>
              </a:spcAft>
              <a:buNone/>
              <a:defRPr sz="3600">
                <a:solidFill>
                  <a:schemeClr val="lt2"/>
                </a:solidFill>
              </a:defRPr>
            </a:lvl4pPr>
            <a:lvl5pPr lvl="4">
              <a:lnSpc>
                <a:spcPct val="115000"/>
              </a:lnSpc>
              <a:spcBef>
                <a:spcPts val="0"/>
              </a:spcBef>
              <a:spcAft>
                <a:spcPts val="0"/>
              </a:spcAft>
              <a:buNone/>
              <a:defRPr sz="3600">
                <a:solidFill>
                  <a:schemeClr val="lt2"/>
                </a:solidFill>
              </a:defRPr>
            </a:lvl5pPr>
            <a:lvl6pPr lvl="5">
              <a:lnSpc>
                <a:spcPct val="115000"/>
              </a:lnSpc>
              <a:spcBef>
                <a:spcPts val="0"/>
              </a:spcBef>
              <a:spcAft>
                <a:spcPts val="0"/>
              </a:spcAft>
              <a:buNone/>
              <a:defRPr sz="3600">
                <a:solidFill>
                  <a:schemeClr val="lt2"/>
                </a:solidFill>
              </a:defRPr>
            </a:lvl6pPr>
            <a:lvl7pPr lvl="6">
              <a:lnSpc>
                <a:spcPct val="115000"/>
              </a:lnSpc>
              <a:spcBef>
                <a:spcPts val="0"/>
              </a:spcBef>
              <a:spcAft>
                <a:spcPts val="0"/>
              </a:spcAft>
              <a:buNone/>
              <a:defRPr sz="3600">
                <a:solidFill>
                  <a:schemeClr val="lt2"/>
                </a:solidFill>
              </a:defRPr>
            </a:lvl7pPr>
            <a:lvl8pPr lvl="7">
              <a:lnSpc>
                <a:spcPct val="115000"/>
              </a:lnSpc>
              <a:spcBef>
                <a:spcPts val="0"/>
              </a:spcBef>
              <a:spcAft>
                <a:spcPts val="0"/>
              </a:spcAft>
              <a:buNone/>
              <a:defRPr sz="3600">
                <a:solidFill>
                  <a:schemeClr val="lt2"/>
                </a:solidFill>
              </a:defRPr>
            </a:lvl8pPr>
            <a:lvl9pPr lvl="8">
              <a:lnSpc>
                <a:spcPct val="115000"/>
              </a:lnSpc>
              <a:spcBef>
                <a:spcPts val="0"/>
              </a:spcBef>
              <a:spcAft>
                <a:spcPts val="0"/>
              </a:spcAft>
              <a:buNone/>
              <a:defRPr sz="3600">
                <a:solidFill>
                  <a:schemeClr val="lt2"/>
                </a:solidFill>
              </a:defRPr>
            </a:lvl9pPr>
          </a:lstStyle>
          <a:p>
            <a:endParaRPr/>
          </a:p>
        </p:txBody>
      </p:sp>
      <p:sp>
        <p:nvSpPr>
          <p:cNvPr id="190" name="Google Shape;190;p21"/>
          <p:cNvSpPr txBox="1">
            <a:spLocks noGrp="1"/>
          </p:cNvSpPr>
          <p:nvPr>
            <p:ph type="subTitle" idx="1"/>
          </p:nvPr>
        </p:nvSpPr>
        <p:spPr>
          <a:xfrm>
            <a:off x="4845350" y="1113650"/>
            <a:ext cx="1620600" cy="4638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a:endParaRPr/>
          </a:p>
        </p:txBody>
      </p:sp>
      <p:sp>
        <p:nvSpPr>
          <p:cNvPr id="191" name="Google Shape;191;p21"/>
          <p:cNvSpPr txBox="1">
            <a:spLocks noGrp="1"/>
          </p:cNvSpPr>
          <p:nvPr>
            <p:ph type="subTitle" idx="2"/>
          </p:nvPr>
        </p:nvSpPr>
        <p:spPr>
          <a:xfrm>
            <a:off x="7036854" y="1113650"/>
            <a:ext cx="1620600" cy="4638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a:endParaRPr/>
          </a:p>
        </p:txBody>
      </p:sp>
      <p:sp>
        <p:nvSpPr>
          <p:cNvPr id="192" name="Google Shape;192;p21"/>
          <p:cNvSpPr txBox="1">
            <a:spLocks noGrp="1"/>
          </p:cNvSpPr>
          <p:nvPr>
            <p:ph type="subTitle" idx="3"/>
          </p:nvPr>
        </p:nvSpPr>
        <p:spPr>
          <a:xfrm>
            <a:off x="4845350" y="2766038"/>
            <a:ext cx="1620600" cy="4638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a:endParaRPr/>
          </a:p>
        </p:txBody>
      </p:sp>
      <p:sp>
        <p:nvSpPr>
          <p:cNvPr id="193" name="Google Shape;193;p21"/>
          <p:cNvSpPr txBox="1">
            <a:spLocks noGrp="1"/>
          </p:cNvSpPr>
          <p:nvPr>
            <p:ph type="subTitle" idx="4"/>
          </p:nvPr>
        </p:nvSpPr>
        <p:spPr>
          <a:xfrm>
            <a:off x="7036854" y="2766038"/>
            <a:ext cx="1620600" cy="4638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a:endParaRPr/>
          </a:p>
        </p:txBody>
      </p:sp>
      <p:sp>
        <p:nvSpPr>
          <p:cNvPr id="194" name="Google Shape;194;p21"/>
          <p:cNvSpPr txBox="1">
            <a:spLocks noGrp="1"/>
          </p:cNvSpPr>
          <p:nvPr>
            <p:ph type="subTitle" idx="5"/>
          </p:nvPr>
        </p:nvSpPr>
        <p:spPr>
          <a:xfrm>
            <a:off x="4845350" y="4253113"/>
            <a:ext cx="1620600" cy="4638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a:endParaRPr/>
          </a:p>
        </p:txBody>
      </p:sp>
      <p:sp>
        <p:nvSpPr>
          <p:cNvPr id="195" name="Google Shape;195;p21"/>
          <p:cNvSpPr txBox="1">
            <a:spLocks noGrp="1"/>
          </p:cNvSpPr>
          <p:nvPr>
            <p:ph type="subTitle" idx="6"/>
          </p:nvPr>
        </p:nvSpPr>
        <p:spPr>
          <a:xfrm>
            <a:off x="4786625" y="297699"/>
            <a:ext cx="221400" cy="463800"/>
          </a:xfrm>
          <a:prstGeom prst="rect">
            <a:avLst/>
          </a:prstGeom>
        </p:spPr>
        <p:txBody>
          <a:bodyPr spcFirstLastPara="1" wrap="square" lIns="0" tIns="0" rIns="0" bIns="0" anchor="ctr" anchorCtr="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a:endParaRPr/>
          </a:p>
        </p:txBody>
      </p:sp>
      <p:sp>
        <p:nvSpPr>
          <p:cNvPr id="196" name="Google Shape;196;p21"/>
          <p:cNvSpPr txBox="1">
            <a:spLocks noGrp="1"/>
          </p:cNvSpPr>
          <p:nvPr>
            <p:ph type="subTitle" idx="7"/>
          </p:nvPr>
        </p:nvSpPr>
        <p:spPr>
          <a:xfrm>
            <a:off x="6978129" y="1950086"/>
            <a:ext cx="221400" cy="463800"/>
          </a:xfrm>
          <a:prstGeom prst="rect">
            <a:avLst/>
          </a:prstGeom>
        </p:spPr>
        <p:txBody>
          <a:bodyPr spcFirstLastPara="1" wrap="square" lIns="0" tIns="0" rIns="0" bIns="0" anchor="ctr" anchorCtr="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a:endParaRPr/>
          </a:p>
        </p:txBody>
      </p:sp>
      <p:sp>
        <p:nvSpPr>
          <p:cNvPr id="197" name="Google Shape;197;p21"/>
          <p:cNvSpPr txBox="1">
            <a:spLocks noGrp="1"/>
          </p:cNvSpPr>
          <p:nvPr>
            <p:ph type="subTitle" idx="8"/>
          </p:nvPr>
        </p:nvSpPr>
        <p:spPr>
          <a:xfrm>
            <a:off x="4786625" y="1950086"/>
            <a:ext cx="221400" cy="463800"/>
          </a:xfrm>
          <a:prstGeom prst="rect">
            <a:avLst/>
          </a:prstGeom>
        </p:spPr>
        <p:txBody>
          <a:bodyPr spcFirstLastPara="1" wrap="square" lIns="0" tIns="0" rIns="0" bIns="0" anchor="ctr" anchorCtr="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a:endParaRPr/>
          </a:p>
        </p:txBody>
      </p:sp>
      <p:sp>
        <p:nvSpPr>
          <p:cNvPr id="198" name="Google Shape;198;p21"/>
          <p:cNvSpPr txBox="1">
            <a:spLocks noGrp="1"/>
          </p:cNvSpPr>
          <p:nvPr>
            <p:ph type="subTitle" idx="9"/>
          </p:nvPr>
        </p:nvSpPr>
        <p:spPr>
          <a:xfrm>
            <a:off x="6978129" y="297699"/>
            <a:ext cx="221400" cy="463800"/>
          </a:xfrm>
          <a:prstGeom prst="rect">
            <a:avLst/>
          </a:prstGeom>
        </p:spPr>
        <p:txBody>
          <a:bodyPr spcFirstLastPara="1" wrap="square" lIns="0" tIns="0" rIns="0" bIns="0" anchor="ctr" anchorCtr="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a:endParaRPr/>
          </a:p>
        </p:txBody>
      </p:sp>
      <p:sp>
        <p:nvSpPr>
          <p:cNvPr id="199" name="Google Shape;199;p21"/>
          <p:cNvSpPr txBox="1">
            <a:spLocks noGrp="1"/>
          </p:cNvSpPr>
          <p:nvPr>
            <p:ph type="subTitle" idx="13"/>
          </p:nvPr>
        </p:nvSpPr>
        <p:spPr>
          <a:xfrm>
            <a:off x="4786625" y="3577311"/>
            <a:ext cx="221400" cy="463800"/>
          </a:xfrm>
          <a:prstGeom prst="rect">
            <a:avLst/>
          </a:prstGeom>
        </p:spPr>
        <p:txBody>
          <a:bodyPr spcFirstLastPara="1" wrap="square" lIns="0" tIns="0" rIns="0" bIns="0" anchor="ctr" anchorCtr="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a:endParaRPr/>
          </a:p>
        </p:txBody>
      </p:sp>
      <p:pic>
        <p:nvPicPr>
          <p:cNvPr id="200" name="Google Shape;200;p21" descr="A red lightning shape"/>
          <p:cNvPicPr preferRelativeResize="0"/>
          <p:nvPr/>
        </p:nvPicPr>
        <p:blipFill rotWithShape="1">
          <a:blip r:embed="rId2">
            <a:alphaModFix/>
          </a:blip>
          <a:srcRect t="-7261" b="-6375"/>
          <a:stretch/>
        </p:blipFill>
        <p:spPr>
          <a:xfrm>
            <a:off x="284700" y="3229850"/>
            <a:ext cx="896951" cy="154032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storyboards - Alt">
  <p:cSld name="BLANK_1_1_1_1_1_1_1_1_1_1_1_1_1_1_1_1_1_3">
    <p:bg>
      <p:bgPr>
        <a:gradFill>
          <a:gsLst>
            <a:gs pos="0">
              <a:schemeClr val="dk1"/>
            </a:gs>
            <a:gs pos="73000">
              <a:schemeClr val="dk1"/>
            </a:gs>
            <a:gs pos="100000">
              <a:schemeClr val="accent4"/>
            </a:gs>
          </a:gsLst>
          <a:lin ang="8099331" scaled="0"/>
        </a:gradFill>
        <a:effectLst/>
      </p:bgPr>
    </p:bg>
    <p:spTree>
      <p:nvGrpSpPr>
        <p:cNvPr id="1" name="Shape 201"/>
        <p:cNvGrpSpPr/>
        <p:nvPr/>
      </p:nvGrpSpPr>
      <p:grpSpPr>
        <a:xfrm>
          <a:off x="0" y="0"/>
          <a:ext cx="0" cy="0"/>
          <a:chOff x="0" y="0"/>
          <a:chExt cx="0" cy="0"/>
        </a:xfrm>
      </p:grpSpPr>
      <p:sp>
        <p:nvSpPr>
          <p:cNvPr id="202" name="Google Shape;202;p22"/>
          <p:cNvSpPr/>
          <p:nvPr/>
        </p:nvSpPr>
        <p:spPr>
          <a:xfrm rot="-5400000">
            <a:off x="4406950" y="1623800"/>
            <a:ext cx="1381200" cy="1340100"/>
          </a:xfrm>
          <a:prstGeom prst="roundRect">
            <a:avLst>
              <a:gd name="adj" fmla="val 17211"/>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203" name="Google Shape;203;p22"/>
          <p:cNvSpPr txBox="1">
            <a:spLocks noGrp="1"/>
          </p:cNvSpPr>
          <p:nvPr>
            <p:ph type="body" idx="1"/>
          </p:nvPr>
        </p:nvSpPr>
        <p:spPr>
          <a:xfrm>
            <a:off x="5944875" y="3768525"/>
            <a:ext cx="2739600" cy="915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204" name="Google Shape;204;p22"/>
          <p:cNvSpPr txBox="1">
            <a:spLocks noGrp="1"/>
          </p:cNvSpPr>
          <p:nvPr>
            <p:ph type="body" idx="2"/>
          </p:nvPr>
        </p:nvSpPr>
        <p:spPr>
          <a:xfrm>
            <a:off x="5944875" y="2061100"/>
            <a:ext cx="2739600" cy="915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205" name="Google Shape;205;p22"/>
          <p:cNvSpPr>
            <a:spLocks noGrp="1"/>
          </p:cNvSpPr>
          <p:nvPr>
            <p:ph type="pic" idx="3"/>
          </p:nvPr>
        </p:nvSpPr>
        <p:spPr>
          <a:xfrm>
            <a:off x="4425400" y="1603550"/>
            <a:ext cx="1344300" cy="1380600"/>
          </a:xfrm>
          <a:prstGeom prst="roundRect">
            <a:avLst>
              <a:gd name="adj" fmla="val 16947"/>
            </a:avLst>
          </a:prstGeom>
          <a:noFill/>
          <a:ln>
            <a:noFill/>
          </a:ln>
        </p:spPr>
      </p:sp>
      <p:sp>
        <p:nvSpPr>
          <p:cNvPr id="206" name="Google Shape;206;p22"/>
          <p:cNvSpPr txBox="1">
            <a:spLocks noGrp="1"/>
          </p:cNvSpPr>
          <p:nvPr>
            <p:ph type="subTitle" idx="4"/>
          </p:nvPr>
        </p:nvSpPr>
        <p:spPr>
          <a:xfrm>
            <a:off x="5944875" y="3339874"/>
            <a:ext cx="2717400" cy="342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1pPr>
            <a:lvl2pPr lvl="1">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2pPr>
            <a:lvl3pPr lvl="2">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3pPr>
            <a:lvl4pPr lvl="3">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4pPr>
            <a:lvl5pPr lvl="4">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5pPr>
            <a:lvl6pPr lvl="5">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6pPr>
            <a:lvl7pPr lvl="6">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7pPr>
            <a:lvl8pPr lvl="7">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8pPr>
            <a:lvl9pPr lvl="8">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9pPr>
          </a:lstStyle>
          <a:p>
            <a:endParaRPr/>
          </a:p>
        </p:txBody>
      </p:sp>
      <p:sp>
        <p:nvSpPr>
          <p:cNvPr id="207" name="Google Shape;207;p22"/>
          <p:cNvSpPr txBox="1">
            <a:spLocks noGrp="1"/>
          </p:cNvSpPr>
          <p:nvPr>
            <p:ph type="subTitle" idx="5"/>
          </p:nvPr>
        </p:nvSpPr>
        <p:spPr>
          <a:xfrm>
            <a:off x="5944875" y="1632449"/>
            <a:ext cx="2717400" cy="342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1pPr>
            <a:lvl2pPr lvl="1">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2pPr>
            <a:lvl3pPr lvl="2">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3pPr>
            <a:lvl4pPr lvl="3">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4pPr>
            <a:lvl5pPr lvl="4">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5pPr>
            <a:lvl6pPr lvl="5">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6pPr>
            <a:lvl7pPr lvl="6">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7pPr>
            <a:lvl8pPr lvl="7">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8pPr>
            <a:lvl9pPr lvl="8">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9pPr>
          </a:lstStyle>
          <a:p>
            <a:endParaRPr/>
          </a:p>
        </p:txBody>
      </p:sp>
      <p:sp>
        <p:nvSpPr>
          <p:cNvPr id="208" name="Google Shape;208;p22"/>
          <p:cNvSpPr txBox="1">
            <a:spLocks noGrp="1"/>
          </p:cNvSpPr>
          <p:nvPr>
            <p:ph type="title"/>
          </p:nvPr>
        </p:nvSpPr>
        <p:spPr>
          <a:xfrm>
            <a:off x="284700" y="286200"/>
            <a:ext cx="5660100" cy="1022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a:endParaRPr/>
          </a:p>
        </p:txBody>
      </p:sp>
      <p:sp>
        <p:nvSpPr>
          <p:cNvPr id="209" name="Google Shape;209;p22"/>
          <p:cNvSpPr txBox="1">
            <a:spLocks noGrp="1"/>
          </p:cNvSpPr>
          <p:nvPr>
            <p:ph type="body" idx="6"/>
          </p:nvPr>
        </p:nvSpPr>
        <p:spPr>
          <a:xfrm>
            <a:off x="284700" y="1434450"/>
            <a:ext cx="3697800" cy="15420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Font typeface="Inter"/>
              <a:buChar char="●"/>
              <a:defRPr/>
            </a:lvl1pPr>
            <a:lvl2pPr marL="914400" lvl="1" indent="-292100">
              <a:spcBef>
                <a:spcPts val="0"/>
              </a:spcBef>
              <a:spcAft>
                <a:spcPts val="0"/>
              </a:spcAft>
              <a:buSzPts val="1000"/>
              <a:buFont typeface="Inter"/>
              <a:buChar char="○"/>
              <a:defRPr/>
            </a:lvl2pPr>
            <a:lvl3pPr marL="1371600" lvl="2" indent="-292100">
              <a:spcBef>
                <a:spcPts val="0"/>
              </a:spcBef>
              <a:spcAft>
                <a:spcPts val="0"/>
              </a:spcAft>
              <a:buSzPts val="1000"/>
              <a:buFont typeface="Inter"/>
              <a:buChar char="■"/>
              <a:defRPr/>
            </a:lvl3pPr>
            <a:lvl4pPr marL="1828800" lvl="3" indent="-292100">
              <a:spcBef>
                <a:spcPts val="0"/>
              </a:spcBef>
              <a:spcAft>
                <a:spcPts val="0"/>
              </a:spcAft>
              <a:buSzPts val="1000"/>
              <a:buFont typeface="Inter"/>
              <a:buChar char="●"/>
              <a:defRPr/>
            </a:lvl4pPr>
            <a:lvl5pPr marL="2286000" lvl="4" indent="-292100">
              <a:spcBef>
                <a:spcPts val="0"/>
              </a:spcBef>
              <a:spcAft>
                <a:spcPts val="0"/>
              </a:spcAft>
              <a:buSzPts val="1000"/>
              <a:buFont typeface="Inter"/>
              <a:buChar char="○"/>
              <a:defRPr/>
            </a:lvl5pPr>
            <a:lvl6pPr marL="2743200" lvl="5" indent="-292100">
              <a:spcBef>
                <a:spcPts val="0"/>
              </a:spcBef>
              <a:spcAft>
                <a:spcPts val="0"/>
              </a:spcAft>
              <a:buSzPts val="1000"/>
              <a:buFont typeface="Inter"/>
              <a:buChar char="■"/>
              <a:defRPr/>
            </a:lvl6pPr>
            <a:lvl7pPr marL="3200400" lvl="6" indent="-292100">
              <a:spcBef>
                <a:spcPts val="0"/>
              </a:spcBef>
              <a:spcAft>
                <a:spcPts val="0"/>
              </a:spcAft>
              <a:buSzPts val="1000"/>
              <a:buFont typeface="Inter"/>
              <a:buChar char="●"/>
              <a:defRPr/>
            </a:lvl7pPr>
            <a:lvl8pPr marL="3657600" lvl="7" indent="-292100">
              <a:spcBef>
                <a:spcPts val="0"/>
              </a:spcBef>
              <a:spcAft>
                <a:spcPts val="0"/>
              </a:spcAft>
              <a:buSzPts val="1000"/>
              <a:buFont typeface="Inter"/>
              <a:buChar char="○"/>
              <a:defRPr/>
            </a:lvl8pPr>
            <a:lvl9pPr marL="4114800" lvl="8" indent="-292100">
              <a:spcBef>
                <a:spcPts val="0"/>
              </a:spcBef>
              <a:spcAft>
                <a:spcPts val="0"/>
              </a:spcAft>
              <a:buSzPts val="1000"/>
              <a:buFont typeface="Inter"/>
              <a:buChar char="■"/>
              <a:defRPr/>
            </a:lvl9pPr>
          </a:lstStyle>
          <a:p>
            <a:endParaRPr/>
          </a:p>
        </p:txBody>
      </p:sp>
      <p:sp>
        <p:nvSpPr>
          <p:cNvPr id="210" name="Google Shape;210;p22"/>
          <p:cNvSpPr/>
          <p:nvPr/>
        </p:nvSpPr>
        <p:spPr>
          <a:xfrm rot="-5400000">
            <a:off x="4406950" y="1623800"/>
            <a:ext cx="1381200" cy="1340100"/>
          </a:xfrm>
          <a:prstGeom prst="roundRect">
            <a:avLst>
              <a:gd name="adj" fmla="val 17211"/>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211" name="Google Shape;211;p22"/>
          <p:cNvSpPr/>
          <p:nvPr/>
        </p:nvSpPr>
        <p:spPr>
          <a:xfrm rot="-5400000">
            <a:off x="4406950" y="3343627"/>
            <a:ext cx="1381200" cy="1340100"/>
          </a:xfrm>
          <a:prstGeom prst="roundRect">
            <a:avLst>
              <a:gd name="adj" fmla="val 17211"/>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212" name="Google Shape;212;p22"/>
          <p:cNvSpPr>
            <a:spLocks noGrp="1"/>
          </p:cNvSpPr>
          <p:nvPr>
            <p:ph type="pic" idx="7"/>
          </p:nvPr>
        </p:nvSpPr>
        <p:spPr>
          <a:xfrm>
            <a:off x="4425400" y="3323377"/>
            <a:ext cx="1344300" cy="1380600"/>
          </a:xfrm>
          <a:prstGeom prst="roundRect">
            <a:avLst>
              <a:gd name="adj" fmla="val 16947"/>
            </a:avLst>
          </a:prstGeom>
          <a:noFill/>
          <a:ln>
            <a:noFill/>
          </a:ln>
        </p:spPr>
      </p:sp>
      <p:sp>
        <p:nvSpPr>
          <p:cNvPr id="213" name="Google Shape;213;p22"/>
          <p:cNvSpPr/>
          <p:nvPr/>
        </p:nvSpPr>
        <p:spPr>
          <a:xfrm rot="-5400000">
            <a:off x="4406950" y="3343627"/>
            <a:ext cx="1381200" cy="1340100"/>
          </a:xfrm>
          <a:prstGeom prst="roundRect">
            <a:avLst>
              <a:gd name="adj" fmla="val 17211"/>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4 images">
  <p:cSld name="BLANK_1_1_1_1_1_1_1_1_1_1_1_1_1_1_1_1_1_1_2">
    <p:bg>
      <p:bgPr>
        <a:gradFill>
          <a:gsLst>
            <a:gs pos="0">
              <a:schemeClr val="dk1"/>
            </a:gs>
            <a:gs pos="50000">
              <a:schemeClr val="dk1"/>
            </a:gs>
            <a:gs pos="100000">
              <a:schemeClr val="accent1"/>
            </a:gs>
          </a:gsLst>
          <a:lin ang="8099331" scaled="0"/>
        </a:gradFill>
        <a:effectLst/>
      </p:bgPr>
    </p:bg>
    <p:spTree>
      <p:nvGrpSpPr>
        <p:cNvPr id="1" name="Shape 214"/>
        <p:cNvGrpSpPr/>
        <p:nvPr/>
      </p:nvGrpSpPr>
      <p:grpSpPr>
        <a:xfrm>
          <a:off x="0" y="0"/>
          <a:ext cx="0" cy="0"/>
          <a:chOff x="0" y="0"/>
          <a:chExt cx="0" cy="0"/>
        </a:xfrm>
      </p:grpSpPr>
      <p:pic>
        <p:nvPicPr>
          <p:cNvPr id="215" name="Google Shape;215;p23" descr="A green plus sign"/>
          <p:cNvPicPr preferRelativeResize="0"/>
          <p:nvPr/>
        </p:nvPicPr>
        <p:blipFill>
          <a:blip r:embed="rId2">
            <a:alphaModFix/>
          </a:blip>
          <a:stretch>
            <a:fillRect/>
          </a:stretch>
        </p:blipFill>
        <p:spPr>
          <a:xfrm rot="-1647363">
            <a:off x="491571" y="3036533"/>
            <a:ext cx="1374058" cy="1415483"/>
          </a:xfrm>
          <a:prstGeom prst="rect">
            <a:avLst/>
          </a:prstGeom>
          <a:noFill/>
          <a:ln>
            <a:noFill/>
          </a:ln>
        </p:spPr>
      </p:pic>
      <p:sp>
        <p:nvSpPr>
          <p:cNvPr id="216" name="Google Shape;216;p23"/>
          <p:cNvSpPr txBox="1">
            <a:spLocks noGrp="1"/>
          </p:cNvSpPr>
          <p:nvPr>
            <p:ph type="body" idx="1"/>
          </p:nvPr>
        </p:nvSpPr>
        <p:spPr>
          <a:xfrm>
            <a:off x="6363800" y="3637925"/>
            <a:ext cx="1640100" cy="132000"/>
          </a:xfrm>
          <a:prstGeom prst="rect">
            <a:avLst/>
          </a:prstGeom>
        </p:spPr>
        <p:txBody>
          <a:bodyPr spcFirstLastPara="1" wrap="square" lIns="0" tIns="0" rIns="0" bIns="0" anchor="t" anchorCtr="0">
            <a:noAutofit/>
          </a:bodyPr>
          <a:lstStyle>
            <a:lvl1pPr marL="457200" lvl="0"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1pPr>
            <a:lvl2pPr marL="914400" lvl="1"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2pPr>
            <a:lvl3pPr marL="1371600" lvl="2"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3pPr>
            <a:lvl4pPr marL="1828800" lvl="3"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4pPr>
            <a:lvl5pPr marL="2286000" lvl="4"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5pPr>
            <a:lvl6pPr marL="2743200" lvl="5"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6pPr>
            <a:lvl7pPr marL="3200400" lvl="6"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7pPr>
            <a:lvl8pPr marL="3657600" lvl="7"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8pPr>
            <a:lvl9pPr marL="4114800" lvl="8"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9pPr>
          </a:lstStyle>
          <a:p>
            <a:endParaRPr/>
          </a:p>
        </p:txBody>
      </p:sp>
      <p:sp>
        <p:nvSpPr>
          <p:cNvPr id="217" name="Google Shape;217;p23"/>
          <p:cNvSpPr txBox="1">
            <a:spLocks noGrp="1"/>
          </p:cNvSpPr>
          <p:nvPr>
            <p:ph type="body" idx="2"/>
          </p:nvPr>
        </p:nvSpPr>
        <p:spPr>
          <a:xfrm>
            <a:off x="1141050" y="3637925"/>
            <a:ext cx="1640100" cy="132000"/>
          </a:xfrm>
          <a:prstGeom prst="rect">
            <a:avLst/>
          </a:prstGeom>
        </p:spPr>
        <p:txBody>
          <a:bodyPr spcFirstLastPara="1" wrap="square" lIns="0" tIns="0" rIns="0" bIns="0" anchor="t" anchorCtr="0">
            <a:noAutofit/>
          </a:bodyPr>
          <a:lstStyle>
            <a:lvl1pPr marL="457200" lvl="0"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1pPr>
            <a:lvl2pPr marL="914400" lvl="1"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2pPr>
            <a:lvl3pPr marL="1371600" lvl="2"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3pPr>
            <a:lvl4pPr marL="1828800" lvl="3"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4pPr>
            <a:lvl5pPr marL="2286000" lvl="4"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5pPr>
            <a:lvl6pPr marL="2743200" lvl="5"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6pPr>
            <a:lvl7pPr marL="3200400" lvl="6"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7pPr>
            <a:lvl8pPr marL="3657600" lvl="7"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8pPr>
            <a:lvl9pPr marL="4114800" lvl="8"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9pPr>
          </a:lstStyle>
          <a:p>
            <a:endParaRPr/>
          </a:p>
        </p:txBody>
      </p:sp>
      <p:sp>
        <p:nvSpPr>
          <p:cNvPr id="218" name="Google Shape;218;p23"/>
          <p:cNvSpPr txBox="1">
            <a:spLocks noGrp="1"/>
          </p:cNvSpPr>
          <p:nvPr>
            <p:ph type="body" idx="3"/>
          </p:nvPr>
        </p:nvSpPr>
        <p:spPr>
          <a:xfrm>
            <a:off x="2881925" y="3637925"/>
            <a:ext cx="1640100" cy="132000"/>
          </a:xfrm>
          <a:prstGeom prst="rect">
            <a:avLst/>
          </a:prstGeom>
        </p:spPr>
        <p:txBody>
          <a:bodyPr spcFirstLastPara="1" wrap="square" lIns="0" tIns="0" rIns="0" bIns="0" anchor="t" anchorCtr="0">
            <a:noAutofit/>
          </a:bodyPr>
          <a:lstStyle>
            <a:lvl1pPr marL="457200" lvl="0"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1pPr>
            <a:lvl2pPr marL="914400" lvl="1"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2pPr>
            <a:lvl3pPr marL="1371600" lvl="2"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3pPr>
            <a:lvl4pPr marL="1828800" lvl="3"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4pPr>
            <a:lvl5pPr marL="2286000" lvl="4"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5pPr>
            <a:lvl6pPr marL="2743200" lvl="5"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6pPr>
            <a:lvl7pPr marL="3200400" lvl="6"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7pPr>
            <a:lvl8pPr marL="3657600" lvl="7"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8pPr>
            <a:lvl9pPr marL="4114800" lvl="8" indent="-2921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9pPr>
          </a:lstStyle>
          <a:p>
            <a:endParaRPr/>
          </a:p>
        </p:txBody>
      </p:sp>
      <p:sp>
        <p:nvSpPr>
          <p:cNvPr id="219" name="Google Shape;219;p23"/>
          <p:cNvSpPr>
            <a:spLocks noGrp="1"/>
          </p:cNvSpPr>
          <p:nvPr>
            <p:ph type="pic" idx="4"/>
          </p:nvPr>
        </p:nvSpPr>
        <p:spPr>
          <a:xfrm>
            <a:off x="1241100" y="1523850"/>
            <a:ext cx="1440000" cy="1814100"/>
          </a:xfrm>
          <a:prstGeom prst="roundRect">
            <a:avLst>
              <a:gd name="adj" fmla="val 12587"/>
            </a:avLst>
          </a:prstGeom>
          <a:noFill/>
          <a:ln>
            <a:noFill/>
          </a:ln>
        </p:spPr>
      </p:sp>
      <p:sp>
        <p:nvSpPr>
          <p:cNvPr id="220" name="Google Shape;220;p23"/>
          <p:cNvSpPr>
            <a:spLocks noGrp="1"/>
          </p:cNvSpPr>
          <p:nvPr>
            <p:ph type="pic" idx="5"/>
          </p:nvPr>
        </p:nvSpPr>
        <p:spPr>
          <a:xfrm>
            <a:off x="2981975" y="1523850"/>
            <a:ext cx="1440000" cy="1814100"/>
          </a:xfrm>
          <a:prstGeom prst="roundRect">
            <a:avLst>
              <a:gd name="adj" fmla="val 12587"/>
            </a:avLst>
          </a:prstGeom>
          <a:noFill/>
          <a:ln>
            <a:noFill/>
          </a:ln>
        </p:spPr>
      </p:sp>
      <p:sp>
        <p:nvSpPr>
          <p:cNvPr id="221" name="Google Shape;221;p23"/>
          <p:cNvSpPr>
            <a:spLocks noGrp="1"/>
          </p:cNvSpPr>
          <p:nvPr>
            <p:ph type="pic" idx="6"/>
          </p:nvPr>
        </p:nvSpPr>
        <p:spPr>
          <a:xfrm>
            <a:off x="4722975" y="1523850"/>
            <a:ext cx="1440000" cy="1814100"/>
          </a:xfrm>
          <a:prstGeom prst="roundRect">
            <a:avLst>
              <a:gd name="adj" fmla="val 12587"/>
            </a:avLst>
          </a:prstGeom>
          <a:noFill/>
          <a:ln>
            <a:noFill/>
          </a:ln>
        </p:spPr>
      </p:sp>
      <p:sp>
        <p:nvSpPr>
          <p:cNvPr id="222" name="Google Shape;222;p23"/>
          <p:cNvSpPr>
            <a:spLocks noGrp="1"/>
          </p:cNvSpPr>
          <p:nvPr>
            <p:ph type="pic" idx="7"/>
          </p:nvPr>
        </p:nvSpPr>
        <p:spPr>
          <a:xfrm>
            <a:off x="6463850" y="1523850"/>
            <a:ext cx="1440000" cy="1814100"/>
          </a:xfrm>
          <a:prstGeom prst="roundRect">
            <a:avLst>
              <a:gd name="adj" fmla="val 12587"/>
            </a:avLst>
          </a:prstGeom>
          <a:noFill/>
          <a:ln>
            <a:noFill/>
          </a:ln>
        </p:spPr>
      </p:sp>
      <p:sp>
        <p:nvSpPr>
          <p:cNvPr id="223" name="Google Shape;223;p23"/>
          <p:cNvSpPr txBox="1">
            <a:spLocks noGrp="1"/>
          </p:cNvSpPr>
          <p:nvPr>
            <p:ph type="subTitle" idx="8"/>
          </p:nvPr>
        </p:nvSpPr>
        <p:spPr>
          <a:xfrm>
            <a:off x="1141175" y="3489050"/>
            <a:ext cx="1640100" cy="132000"/>
          </a:xfrm>
          <a:prstGeom prst="rect">
            <a:avLst/>
          </a:prstGeom>
        </p:spPr>
        <p:txBody>
          <a:bodyPr spcFirstLastPara="1" wrap="square" lIns="0" tIns="0" rIns="0" bIns="0" anchor="t" anchorCtr="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224" name="Google Shape;224;p23"/>
          <p:cNvSpPr txBox="1">
            <a:spLocks noGrp="1"/>
          </p:cNvSpPr>
          <p:nvPr>
            <p:ph type="subTitle" idx="9"/>
          </p:nvPr>
        </p:nvSpPr>
        <p:spPr>
          <a:xfrm>
            <a:off x="2882050" y="3489050"/>
            <a:ext cx="1640100" cy="132000"/>
          </a:xfrm>
          <a:prstGeom prst="rect">
            <a:avLst/>
          </a:prstGeom>
        </p:spPr>
        <p:txBody>
          <a:bodyPr spcFirstLastPara="1" wrap="square" lIns="0" tIns="0" rIns="0" bIns="0" anchor="t" anchorCtr="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225" name="Google Shape;225;p23"/>
          <p:cNvSpPr txBox="1">
            <a:spLocks noGrp="1"/>
          </p:cNvSpPr>
          <p:nvPr>
            <p:ph type="subTitle" idx="13"/>
          </p:nvPr>
        </p:nvSpPr>
        <p:spPr>
          <a:xfrm>
            <a:off x="4623050" y="3489050"/>
            <a:ext cx="1640100" cy="132000"/>
          </a:xfrm>
          <a:prstGeom prst="rect">
            <a:avLst/>
          </a:prstGeom>
        </p:spPr>
        <p:txBody>
          <a:bodyPr spcFirstLastPara="1" wrap="square" lIns="0" tIns="0" rIns="0" bIns="0" anchor="t" anchorCtr="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226" name="Google Shape;226;p23"/>
          <p:cNvSpPr txBox="1">
            <a:spLocks noGrp="1"/>
          </p:cNvSpPr>
          <p:nvPr>
            <p:ph type="subTitle" idx="14"/>
          </p:nvPr>
        </p:nvSpPr>
        <p:spPr>
          <a:xfrm>
            <a:off x="6363925" y="3489050"/>
            <a:ext cx="1640100" cy="132000"/>
          </a:xfrm>
          <a:prstGeom prst="rect">
            <a:avLst/>
          </a:prstGeom>
        </p:spPr>
        <p:txBody>
          <a:bodyPr spcFirstLastPara="1" wrap="square" lIns="0" tIns="0" rIns="0" bIns="0" anchor="t" anchorCtr="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a:endParaRPr/>
          </a:p>
        </p:txBody>
      </p:sp>
      <p:sp>
        <p:nvSpPr>
          <p:cNvPr id="227" name="Google Shape;227;p23"/>
          <p:cNvSpPr txBox="1">
            <a:spLocks noGrp="1"/>
          </p:cNvSpPr>
          <p:nvPr>
            <p:ph type="title"/>
          </p:nvPr>
        </p:nvSpPr>
        <p:spPr>
          <a:xfrm>
            <a:off x="284525" y="186900"/>
            <a:ext cx="8574900" cy="12408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4 cards">
  <p:cSld name="BLANK_1_1_1_1_1_1_1_1_1_1_1_1_1_1_1_1_1_1_2_1">
    <p:spTree>
      <p:nvGrpSpPr>
        <p:cNvPr id="1" name="Shape 228"/>
        <p:cNvGrpSpPr/>
        <p:nvPr/>
      </p:nvGrpSpPr>
      <p:grpSpPr>
        <a:xfrm>
          <a:off x="0" y="0"/>
          <a:ext cx="0" cy="0"/>
          <a:chOff x="0" y="0"/>
          <a:chExt cx="0" cy="0"/>
        </a:xfrm>
      </p:grpSpPr>
      <p:sp>
        <p:nvSpPr>
          <p:cNvPr id="229" name="Google Shape;229;p24"/>
          <p:cNvSpPr txBox="1">
            <a:spLocks noGrp="1"/>
          </p:cNvSpPr>
          <p:nvPr>
            <p:ph type="body" idx="1"/>
          </p:nvPr>
        </p:nvSpPr>
        <p:spPr>
          <a:xfrm>
            <a:off x="1733150" y="4155550"/>
            <a:ext cx="2191800" cy="457200"/>
          </a:xfrm>
          <a:prstGeom prst="rect">
            <a:avLst/>
          </a:prstGeom>
        </p:spPr>
        <p:txBody>
          <a:bodyPr spcFirstLastPara="1" wrap="square" lIns="0" tIns="0" rIns="0" bIns="0" anchor="t" anchorCtr="0">
            <a:noAutofit/>
          </a:bodyPr>
          <a:lstStyle>
            <a:lvl1pPr marL="457200" lvl="0" indent="-285750">
              <a:lnSpc>
                <a:spcPct val="115000"/>
              </a:lnSpc>
              <a:spcBef>
                <a:spcPts val="0"/>
              </a:spcBef>
              <a:spcAft>
                <a:spcPts val="0"/>
              </a:spcAft>
              <a:buClr>
                <a:schemeClr val="lt1"/>
              </a:buClr>
              <a:buSzPts val="900"/>
              <a:buFont typeface="Inter"/>
              <a:buChar char="●"/>
              <a:defRPr sz="900"/>
            </a:lvl1pPr>
            <a:lvl2pPr marL="914400" lvl="1" indent="-285750">
              <a:lnSpc>
                <a:spcPct val="115000"/>
              </a:lnSpc>
              <a:spcBef>
                <a:spcPts val="0"/>
              </a:spcBef>
              <a:spcAft>
                <a:spcPts val="0"/>
              </a:spcAft>
              <a:buClr>
                <a:schemeClr val="lt1"/>
              </a:buClr>
              <a:buSzPts val="900"/>
              <a:buFont typeface="Inter"/>
              <a:buChar char="○"/>
              <a:defRPr sz="900"/>
            </a:lvl2pPr>
            <a:lvl3pPr marL="1371600" lvl="2" indent="-285750">
              <a:lnSpc>
                <a:spcPct val="115000"/>
              </a:lnSpc>
              <a:spcBef>
                <a:spcPts val="0"/>
              </a:spcBef>
              <a:spcAft>
                <a:spcPts val="0"/>
              </a:spcAft>
              <a:buClr>
                <a:schemeClr val="lt1"/>
              </a:buClr>
              <a:buSzPts val="900"/>
              <a:buFont typeface="Inter"/>
              <a:buChar char="■"/>
              <a:defRPr sz="900"/>
            </a:lvl3pPr>
            <a:lvl4pPr marL="1828800" lvl="3" indent="-285750">
              <a:lnSpc>
                <a:spcPct val="115000"/>
              </a:lnSpc>
              <a:spcBef>
                <a:spcPts val="0"/>
              </a:spcBef>
              <a:spcAft>
                <a:spcPts val="0"/>
              </a:spcAft>
              <a:buClr>
                <a:schemeClr val="lt1"/>
              </a:buClr>
              <a:buSzPts val="900"/>
              <a:buFont typeface="Inter"/>
              <a:buChar char="●"/>
              <a:defRPr sz="900"/>
            </a:lvl4pPr>
            <a:lvl5pPr marL="2286000" lvl="4" indent="-285750">
              <a:lnSpc>
                <a:spcPct val="115000"/>
              </a:lnSpc>
              <a:spcBef>
                <a:spcPts val="0"/>
              </a:spcBef>
              <a:spcAft>
                <a:spcPts val="0"/>
              </a:spcAft>
              <a:buClr>
                <a:schemeClr val="lt1"/>
              </a:buClr>
              <a:buSzPts val="900"/>
              <a:buFont typeface="Inter"/>
              <a:buChar char="○"/>
              <a:defRPr sz="900"/>
            </a:lvl5pPr>
            <a:lvl6pPr marL="2743200" lvl="5" indent="-285750">
              <a:lnSpc>
                <a:spcPct val="115000"/>
              </a:lnSpc>
              <a:spcBef>
                <a:spcPts val="0"/>
              </a:spcBef>
              <a:spcAft>
                <a:spcPts val="0"/>
              </a:spcAft>
              <a:buClr>
                <a:schemeClr val="lt1"/>
              </a:buClr>
              <a:buSzPts val="900"/>
              <a:buFont typeface="Inter"/>
              <a:buChar char="■"/>
              <a:defRPr sz="900"/>
            </a:lvl6pPr>
            <a:lvl7pPr marL="3200400" lvl="6" indent="-285750">
              <a:lnSpc>
                <a:spcPct val="115000"/>
              </a:lnSpc>
              <a:spcBef>
                <a:spcPts val="0"/>
              </a:spcBef>
              <a:spcAft>
                <a:spcPts val="0"/>
              </a:spcAft>
              <a:buClr>
                <a:schemeClr val="lt1"/>
              </a:buClr>
              <a:buSzPts val="900"/>
              <a:buFont typeface="Inter"/>
              <a:buChar char="●"/>
              <a:defRPr sz="900"/>
            </a:lvl7pPr>
            <a:lvl8pPr marL="3657600" lvl="7" indent="-285750">
              <a:lnSpc>
                <a:spcPct val="115000"/>
              </a:lnSpc>
              <a:spcBef>
                <a:spcPts val="0"/>
              </a:spcBef>
              <a:spcAft>
                <a:spcPts val="0"/>
              </a:spcAft>
              <a:buClr>
                <a:schemeClr val="lt1"/>
              </a:buClr>
              <a:buSzPts val="900"/>
              <a:buFont typeface="Inter"/>
              <a:buChar char="○"/>
              <a:defRPr sz="900"/>
            </a:lvl8pPr>
            <a:lvl9pPr marL="4114800" lvl="8" indent="-285750">
              <a:lnSpc>
                <a:spcPct val="115000"/>
              </a:lnSpc>
              <a:spcBef>
                <a:spcPts val="0"/>
              </a:spcBef>
              <a:spcAft>
                <a:spcPts val="0"/>
              </a:spcAft>
              <a:buClr>
                <a:schemeClr val="lt1"/>
              </a:buClr>
              <a:buSzPts val="900"/>
              <a:buFont typeface="Inter"/>
              <a:buChar char="■"/>
              <a:defRPr sz="900"/>
            </a:lvl9pPr>
          </a:lstStyle>
          <a:p>
            <a:endParaRPr/>
          </a:p>
        </p:txBody>
      </p:sp>
      <p:sp>
        <p:nvSpPr>
          <p:cNvPr id="230" name="Google Shape;230;p24"/>
          <p:cNvSpPr txBox="1">
            <a:spLocks noGrp="1"/>
          </p:cNvSpPr>
          <p:nvPr>
            <p:ph type="body" idx="2"/>
          </p:nvPr>
        </p:nvSpPr>
        <p:spPr>
          <a:xfrm>
            <a:off x="6110950" y="4160950"/>
            <a:ext cx="2191800" cy="457200"/>
          </a:xfrm>
          <a:prstGeom prst="rect">
            <a:avLst/>
          </a:prstGeom>
        </p:spPr>
        <p:txBody>
          <a:bodyPr spcFirstLastPara="1" wrap="square" lIns="0" tIns="0" rIns="0" bIns="0" anchor="t" anchorCtr="0">
            <a:noAutofit/>
          </a:bodyPr>
          <a:lstStyle>
            <a:lvl1pPr marL="457200" lvl="0" indent="-285750">
              <a:lnSpc>
                <a:spcPct val="115000"/>
              </a:lnSpc>
              <a:spcBef>
                <a:spcPts val="0"/>
              </a:spcBef>
              <a:spcAft>
                <a:spcPts val="0"/>
              </a:spcAft>
              <a:buClr>
                <a:schemeClr val="lt1"/>
              </a:buClr>
              <a:buSzPts val="900"/>
              <a:buFont typeface="Inter"/>
              <a:buChar char="●"/>
              <a:defRPr sz="900"/>
            </a:lvl1pPr>
            <a:lvl2pPr marL="914400" lvl="1" indent="-285750">
              <a:lnSpc>
                <a:spcPct val="115000"/>
              </a:lnSpc>
              <a:spcBef>
                <a:spcPts val="0"/>
              </a:spcBef>
              <a:spcAft>
                <a:spcPts val="0"/>
              </a:spcAft>
              <a:buClr>
                <a:schemeClr val="lt1"/>
              </a:buClr>
              <a:buSzPts val="900"/>
              <a:buFont typeface="Inter"/>
              <a:buChar char="○"/>
              <a:defRPr sz="900"/>
            </a:lvl2pPr>
            <a:lvl3pPr marL="1371600" lvl="2" indent="-285750">
              <a:lnSpc>
                <a:spcPct val="115000"/>
              </a:lnSpc>
              <a:spcBef>
                <a:spcPts val="0"/>
              </a:spcBef>
              <a:spcAft>
                <a:spcPts val="0"/>
              </a:spcAft>
              <a:buClr>
                <a:schemeClr val="lt1"/>
              </a:buClr>
              <a:buSzPts val="900"/>
              <a:buFont typeface="Inter"/>
              <a:buChar char="■"/>
              <a:defRPr sz="900"/>
            </a:lvl3pPr>
            <a:lvl4pPr marL="1828800" lvl="3" indent="-285750">
              <a:lnSpc>
                <a:spcPct val="115000"/>
              </a:lnSpc>
              <a:spcBef>
                <a:spcPts val="0"/>
              </a:spcBef>
              <a:spcAft>
                <a:spcPts val="0"/>
              </a:spcAft>
              <a:buClr>
                <a:schemeClr val="lt1"/>
              </a:buClr>
              <a:buSzPts val="900"/>
              <a:buFont typeface="Inter"/>
              <a:buChar char="●"/>
              <a:defRPr sz="900"/>
            </a:lvl4pPr>
            <a:lvl5pPr marL="2286000" lvl="4" indent="-285750">
              <a:lnSpc>
                <a:spcPct val="115000"/>
              </a:lnSpc>
              <a:spcBef>
                <a:spcPts val="0"/>
              </a:spcBef>
              <a:spcAft>
                <a:spcPts val="0"/>
              </a:spcAft>
              <a:buClr>
                <a:schemeClr val="lt1"/>
              </a:buClr>
              <a:buSzPts val="900"/>
              <a:buFont typeface="Inter"/>
              <a:buChar char="○"/>
              <a:defRPr sz="900"/>
            </a:lvl5pPr>
            <a:lvl6pPr marL="2743200" lvl="5" indent="-285750">
              <a:lnSpc>
                <a:spcPct val="115000"/>
              </a:lnSpc>
              <a:spcBef>
                <a:spcPts val="0"/>
              </a:spcBef>
              <a:spcAft>
                <a:spcPts val="0"/>
              </a:spcAft>
              <a:buClr>
                <a:schemeClr val="lt1"/>
              </a:buClr>
              <a:buSzPts val="900"/>
              <a:buFont typeface="Inter"/>
              <a:buChar char="■"/>
              <a:defRPr sz="900"/>
            </a:lvl6pPr>
            <a:lvl7pPr marL="3200400" lvl="6" indent="-285750">
              <a:lnSpc>
                <a:spcPct val="115000"/>
              </a:lnSpc>
              <a:spcBef>
                <a:spcPts val="0"/>
              </a:spcBef>
              <a:spcAft>
                <a:spcPts val="0"/>
              </a:spcAft>
              <a:buClr>
                <a:schemeClr val="lt1"/>
              </a:buClr>
              <a:buSzPts val="900"/>
              <a:buFont typeface="Inter"/>
              <a:buChar char="●"/>
              <a:defRPr sz="900"/>
            </a:lvl7pPr>
            <a:lvl8pPr marL="3657600" lvl="7" indent="-285750">
              <a:lnSpc>
                <a:spcPct val="115000"/>
              </a:lnSpc>
              <a:spcBef>
                <a:spcPts val="0"/>
              </a:spcBef>
              <a:spcAft>
                <a:spcPts val="0"/>
              </a:spcAft>
              <a:buClr>
                <a:schemeClr val="lt1"/>
              </a:buClr>
              <a:buSzPts val="900"/>
              <a:buFont typeface="Inter"/>
              <a:buChar char="○"/>
              <a:defRPr sz="900"/>
            </a:lvl8pPr>
            <a:lvl9pPr marL="4114800" lvl="8" indent="-285750">
              <a:lnSpc>
                <a:spcPct val="115000"/>
              </a:lnSpc>
              <a:spcBef>
                <a:spcPts val="0"/>
              </a:spcBef>
              <a:spcAft>
                <a:spcPts val="0"/>
              </a:spcAft>
              <a:buClr>
                <a:schemeClr val="lt1"/>
              </a:buClr>
              <a:buSzPts val="900"/>
              <a:buFont typeface="Inter"/>
              <a:buChar char="■"/>
              <a:defRPr sz="900"/>
            </a:lvl9pPr>
          </a:lstStyle>
          <a:p>
            <a:endParaRPr/>
          </a:p>
        </p:txBody>
      </p:sp>
      <p:sp>
        <p:nvSpPr>
          <p:cNvPr id="231" name="Google Shape;231;p24"/>
          <p:cNvSpPr txBox="1">
            <a:spLocks noGrp="1"/>
          </p:cNvSpPr>
          <p:nvPr>
            <p:ph type="body" idx="3"/>
          </p:nvPr>
        </p:nvSpPr>
        <p:spPr>
          <a:xfrm>
            <a:off x="6110950" y="3753663"/>
            <a:ext cx="1640100" cy="13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1pPr>
            <a:lvl2pPr marL="914400" lvl="1"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2pPr>
            <a:lvl3pPr marL="1371600" lvl="2"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3pPr>
            <a:lvl4pPr marL="1828800" lvl="3"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4pPr>
            <a:lvl5pPr marL="2286000" lvl="4"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5pPr>
            <a:lvl6pPr marL="2743200" lvl="5"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6pPr>
            <a:lvl7pPr marL="3200400" lvl="6"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7pPr>
            <a:lvl8pPr marL="3657600" lvl="7"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8pPr>
            <a:lvl9pPr marL="4114800" lvl="8"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9pPr>
          </a:lstStyle>
          <a:p>
            <a:endParaRPr/>
          </a:p>
        </p:txBody>
      </p:sp>
      <p:sp>
        <p:nvSpPr>
          <p:cNvPr id="232" name="Google Shape;232;p24"/>
          <p:cNvSpPr txBox="1">
            <a:spLocks noGrp="1"/>
          </p:cNvSpPr>
          <p:nvPr>
            <p:ph type="subTitle" idx="4"/>
          </p:nvPr>
        </p:nvSpPr>
        <p:spPr>
          <a:xfrm>
            <a:off x="6111075" y="1964438"/>
            <a:ext cx="1640100" cy="132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233" name="Google Shape;233;p24"/>
          <p:cNvSpPr txBox="1">
            <a:spLocks noGrp="1"/>
          </p:cNvSpPr>
          <p:nvPr>
            <p:ph type="body" idx="5"/>
          </p:nvPr>
        </p:nvSpPr>
        <p:spPr>
          <a:xfrm>
            <a:off x="1733150" y="3748263"/>
            <a:ext cx="1640100" cy="13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1pPr>
            <a:lvl2pPr marL="914400" lvl="1"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2pPr>
            <a:lvl3pPr marL="1371600" lvl="2"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3pPr>
            <a:lvl4pPr marL="1828800" lvl="3"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4pPr>
            <a:lvl5pPr marL="2286000" lvl="4"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5pPr>
            <a:lvl6pPr marL="2743200" lvl="5"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6pPr>
            <a:lvl7pPr marL="3200400" lvl="6"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7pPr>
            <a:lvl8pPr marL="3657600" lvl="7"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8pPr>
            <a:lvl9pPr marL="4114800" lvl="8"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9pPr>
          </a:lstStyle>
          <a:p>
            <a:endParaRPr/>
          </a:p>
        </p:txBody>
      </p:sp>
      <p:sp>
        <p:nvSpPr>
          <p:cNvPr id="234" name="Google Shape;234;p24"/>
          <p:cNvSpPr txBox="1">
            <a:spLocks noGrp="1"/>
          </p:cNvSpPr>
          <p:nvPr>
            <p:ph type="subTitle" idx="6"/>
          </p:nvPr>
        </p:nvSpPr>
        <p:spPr>
          <a:xfrm>
            <a:off x="1733275" y="1959038"/>
            <a:ext cx="1640100" cy="132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235" name="Google Shape;235;p24"/>
          <p:cNvSpPr txBox="1">
            <a:spLocks noGrp="1"/>
          </p:cNvSpPr>
          <p:nvPr>
            <p:ph type="body" idx="7"/>
          </p:nvPr>
        </p:nvSpPr>
        <p:spPr>
          <a:xfrm>
            <a:off x="1733150" y="2107913"/>
            <a:ext cx="1640100" cy="132000"/>
          </a:xfrm>
          <a:prstGeom prst="rect">
            <a:avLst/>
          </a:prstGeom>
        </p:spPr>
        <p:txBody>
          <a:bodyPr spcFirstLastPara="1" wrap="square" lIns="0" tIns="0" rIns="0" bIns="0" anchor="ctr" anchorCtr="0">
            <a:spAutoFit/>
          </a:bodyPr>
          <a:lstStyle>
            <a:lvl1pPr marL="457200" lvl="0" indent="-292100">
              <a:spcBef>
                <a:spcPts val="0"/>
              </a:spcBef>
              <a:spcAft>
                <a:spcPts val="0"/>
              </a:spcAft>
              <a:buSzPts val="1000"/>
              <a:buFont typeface="Fredoka Medium"/>
              <a:buChar char="●"/>
              <a:defRPr sz="1000">
                <a:latin typeface="Fredoka Medium"/>
                <a:ea typeface="Fredoka Medium"/>
                <a:cs typeface="Fredoka Medium"/>
                <a:sym typeface="Fredoka Medium"/>
              </a:defRPr>
            </a:lvl1pPr>
            <a:lvl2pPr marL="914400" lvl="1" indent="-292100">
              <a:spcBef>
                <a:spcPts val="0"/>
              </a:spcBef>
              <a:spcAft>
                <a:spcPts val="0"/>
              </a:spcAft>
              <a:buSzPts val="1000"/>
              <a:buFont typeface="Fredoka Medium"/>
              <a:buChar char="○"/>
              <a:defRPr sz="1000">
                <a:latin typeface="Fredoka Medium"/>
                <a:ea typeface="Fredoka Medium"/>
                <a:cs typeface="Fredoka Medium"/>
                <a:sym typeface="Fredoka Medium"/>
              </a:defRPr>
            </a:lvl2pPr>
            <a:lvl3pPr marL="1371600" lvl="2" indent="-292100">
              <a:spcBef>
                <a:spcPts val="0"/>
              </a:spcBef>
              <a:spcAft>
                <a:spcPts val="0"/>
              </a:spcAft>
              <a:buSzPts val="1000"/>
              <a:buFont typeface="Fredoka Medium"/>
              <a:buChar char="■"/>
              <a:defRPr sz="1000">
                <a:latin typeface="Fredoka Medium"/>
                <a:ea typeface="Fredoka Medium"/>
                <a:cs typeface="Fredoka Medium"/>
                <a:sym typeface="Fredoka Medium"/>
              </a:defRPr>
            </a:lvl3pPr>
            <a:lvl4pPr marL="1828800" lvl="3" indent="-292100">
              <a:spcBef>
                <a:spcPts val="0"/>
              </a:spcBef>
              <a:spcAft>
                <a:spcPts val="0"/>
              </a:spcAft>
              <a:buSzPts val="1000"/>
              <a:buFont typeface="Fredoka Medium"/>
              <a:buChar char="●"/>
              <a:defRPr sz="1000">
                <a:latin typeface="Fredoka Medium"/>
                <a:ea typeface="Fredoka Medium"/>
                <a:cs typeface="Fredoka Medium"/>
                <a:sym typeface="Fredoka Medium"/>
              </a:defRPr>
            </a:lvl4pPr>
            <a:lvl5pPr marL="2286000" lvl="4" indent="-292100">
              <a:spcBef>
                <a:spcPts val="0"/>
              </a:spcBef>
              <a:spcAft>
                <a:spcPts val="0"/>
              </a:spcAft>
              <a:buSzPts val="1000"/>
              <a:buFont typeface="Fredoka Medium"/>
              <a:buChar char="○"/>
              <a:defRPr sz="1000">
                <a:latin typeface="Fredoka Medium"/>
                <a:ea typeface="Fredoka Medium"/>
                <a:cs typeface="Fredoka Medium"/>
                <a:sym typeface="Fredoka Medium"/>
              </a:defRPr>
            </a:lvl5pPr>
            <a:lvl6pPr marL="2743200" lvl="5" indent="-292100">
              <a:spcBef>
                <a:spcPts val="0"/>
              </a:spcBef>
              <a:spcAft>
                <a:spcPts val="0"/>
              </a:spcAft>
              <a:buSzPts val="1000"/>
              <a:buFont typeface="Fredoka Medium"/>
              <a:buChar char="■"/>
              <a:defRPr sz="1000">
                <a:latin typeface="Fredoka Medium"/>
                <a:ea typeface="Fredoka Medium"/>
                <a:cs typeface="Fredoka Medium"/>
                <a:sym typeface="Fredoka Medium"/>
              </a:defRPr>
            </a:lvl6pPr>
            <a:lvl7pPr marL="3200400" lvl="6" indent="-292100">
              <a:spcBef>
                <a:spcPts val="0"/>
              </a:spcBef>
              <a:spcAft>
                <a:spcPts val="0"/>
              </a:spcAft>
              <a:buSzPts val="1000"/>
              <a:buFont typeface="Fredoka Medium"/>
              <a:buChar char="●"/>
              <a:defRPr sz="1000">
                <a:latin typeface="Fredoka Medium"/>
                <a:ea typeface="Fredoka Medium"/>
                <a:cs typeface="Fredoka Medium"/>
                <a:sym typeface="Fredoka Medium"/>
              </a:defRPr>
            </a:lvl7pPr>
            <a:lvl8pPr marL="3657600" lvl="7" indent="-292100">
              <a:spcBef>
                <a:spcPts val="0"/>
              </a:spcBef>
              <a:spcAft>
                <a:spcPts val="0"/>
              </a:spcAft>
              <a:buSzPts val="1000"/>
              <a:buFont typeface="Fredoka Medium"/>
              <a:buChar char="○"/>
              <a:defRPr sz="1000">
                <a:latin typeface="Fredoka Medium"/>
                <a:ea typeface="Fredoka Medium"/>
                <a:cs typeface="Fredoka Medium"/>
                <a:sym typeface="Fredoka Medium"/>
              </a:defRPr>
            </a:lvl8pPr>
            <a:lvl9pPr marL="4114800" lvl="8" indent="-292100">
              <a:spcBef>
                <a:spcPts val="0"/>
              </a:spcBef>
              <a:spcAft>
                <a:spcPts val="0"/>
              </a:spcAft>
              <a:buSzPts val="1000"/>
              <a:buFont typeface="Fredoka Medium"/>
              <a:buChar char="■"/>
              <a:defRPr sz="1000">
                <a:latin typeface="Fredoka Medium"/>
                <a:ea typeface="Fredoka Medium"/>
                <a:cs typeface="Fredoka Medium"/>
                <a:sym typeface="Fredoka Medium"/>
              </a:defRPr>
            </a:lvl9pPr>
          </a:lstStyle>
          <a:p>
            <a:endParaRPr/>
          </a:p>
        </p:txBody>
      </p:sp>
      <p:sp>
        <p:nvSpPr>
          <p:cNvPr id="236" name="Google Shape;236;p24"/>
          <p:cNvSpPr txBox="1">
            <a:spLocks noGrp="1"/>
          </p:cNvSpPr>
          <p:nvPr>
            <p:ph type="subTitle" idx="8"/>
          </p:nvPr>
        </p:nvSpPr>
        <p:spPr>
          <a:xfrm>
            <a:off x="1733275" y="3599388"/>
            <a:ext cx="1640100" cy="132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237" name="Google Shape;237;p24"/>
          <p:cNvSpPr txBox="1">
            <a:spLocks noGrp="1"/>
          </p:cNvSpPr>
          <p:nvPr>
            <p:ph type="body" idx="9"/>
          </p:nvPr>
        </p:nvSpPr>
        <p:spPr>
          <a:xfrm>
            <a:off x="6110950" y="2113313"/>
            <a:ext cx="1640100" cy="13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1pPr>
            <a:lvl2pPr marL="914400" lvl="1"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2pPr>
            <a:lvl3pPr marL="1371600" lvl="2"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3pPr>
            <a:lvl4pPr marL="1828800" lvl="3"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4pPr>
            <a:lvl5pPr marL="2286000" lvl="4"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5pPr>
            <a:lvl6pPr marL="2743200" lvl="5"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6pPr>
            <a:lvl7pPr marL="3200400" lvl="6"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7pPr>
            <a:lvl8pPr marL="3657600" lvl="7"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8pPr>
            <a:lvl9pPr marL="4114800" lvl="8" indent="-2921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9pPr>
          </a:lstStyle>
          <a:p>
            <a:endParaRPr/>
          </a:p>
        </p:txBody>
      </p:sp>
      <p:sp>
        <p:nvSpPr>
          <p:cNvPr id="238" name="Google Shape;238;p24"/>
          <p:cNvSpPr txBox="1">
            <a:spLocks noGrp="1"/>
          </p:cNvSpPr>
          <p:nvPr>
            <p:ph type="subTitle" idx="13"/>
          </p:nvPr>
        </p:nvSpPr>
        <p:spPr>
          <a:xfrm>
            <a:off x="6111075" y="3604788"/>
            <a:ext cx="1640100" cy="1320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a:endParaRPr/>
          </a:p>
        </p:txBody>
      </p:sp>
      <p:sp>
        <p:nvSpPr>
          <p:cNvPr id="239" name="Google Shape;239;p24"/>
          <p:cNvSpPr txBox="1">
            <a:spLocks noGrp="1"/>
          </p:cNvSpPr>
          <p:nvPr>
            <p:ph type="title"/>
          </p:nvPr>
        </p:nvSpPr>
        <p:spPr>
          <a:xfrm>
            <a:off x="284525" y="186900"/>
            <a:ext cx="8574900" cy="12408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a:endParaRPr/>
          </a:p>
        </p:txBody>
      </p:sp>
      <p:sp>
        <p:nvSpPr>
          <p:cNvPr id="240" name="Google Shape;240;p24"/>
          <p:cNvSpPr txBox="1">
            <a:spLocks noGrp="1"/>
          </p:cNvSpPr>
          <p:nvPr>
            <p:ph type="body" idx="14"/>
          </p:nvPr>
        </p:nvSpPr>
        <p:spPr>
          <a:xfrm>
            <a:off x="1733150" y="2515200"/>
            <a:ext cx="2191800" cy="457200"/>
          </a:xfrm>
          <a:prstGeom prst="rect">
            <a:avLst/>
          </a:prstGeom>
        </p:spPr>
        <p:txBody>
          <a:bodyPr spcFirstLastPara="1" wrap="square" lIns="0" tIns="0" rIns="0" bIns="0" anchor="t" anchorCtr="0">
            <a:noAutofit/>
          </a:bodyPr>
          <a:lstStyle>
            <a:lvl1pPr marL="457200" lvl="0" indent="-285750">
              <a:lnSpc>
                <a:spcPct val="115000"/>
              </a:lnSpc>
              <a:spcBef>
                <a:spcPts val="0"/>
              </a:spcBef>
              <a:spcAft>
                <a:spcPts val="0"/>
              </a:spcAft>
              <a:buClr>
                <a:schemeClr val="lt1"/>
              </a:buClr>
              <a:buSzPts val="900"/>
              <a:buFont typeface="Inter"/>
              <a:buChar char="●"/>
              <a:defRPr sz="900"/>
            </a:lvl1pPr>
            <a:lvl2pPr marL="914400" lvl="1" indent="-285750">
              <a:lnSpc>
                <a:spcPct val="115000"/>
              </a:lnSpc>
              <a:spcBef>
                <a:spcPts val="0"/>
              </a:spcBef>
              <a:spcAft>
                <a:spcPts val="0"/>
              </a:spcAft>
              <a:buClr>
                <a:schemeClr val="lt1"/>
              </a:buClr>
              <a:buSzPts val="900"/>
              <a:buFont typeface="Inter"/>
              <a:buChar char="○"/>
              <a:defRPr sz="900"/>
            </a:lvl2pPr>
            <a:lvl3pPr marL="1371600" lvl="2" indent="-285750">
              <a:lnSpc>
                <a:spcPct val="115000"/>
              </a:lnSpc>
              <a:spcBef>
                <a:spcPts val="0"/>
              </a:spcBef>
              <a:spcAft>
                <a:spcPts val="0"/>
              </a:spcAft>
              <a:buClr>
                <a:schemeClr val="lt1"/>
              </a:buClr>
              <a:buSzPts val="900"/>
              <a:buFont typeface="Inter"/>
              <a:buChar char="■"/>
              <a:defRPr sz="900"/>
            </a:lvl3pPr>
            <a:lvl4pPr marL="1828800" lvl="3" indent="-285750">
              <a:lnSpc>
                <a:spcPct val="115000"/>
              </a:lnSpc>
              <a:spcBef>
                <a:spcPts val="0"/>
              </a:spcBef>
              <a:spcAft>
                <a:spcPts val="0"/>
              </a:spcAft>
              <a:buClr>
                <a:schemeClr val="lt1"/>
              </a:buClr>
              <a:buSzPts val="900"/>
              <a:buFont typeface="Inter"/>
              <a:buChar char="●"/>
              <a:defRPr sz="900"/>
            </a:lvl4pPr>
            <a:lvl5pPr marL="2286000" lvl="4" indent="-285750">
              <a:lnSpc>
                <a:spcPct val="115000"/>
              </a:lnSpc>
              <a:spcBef>
                <a:spcPts val="0"/>
              </a:spcBef>
              <a:spcAft>
                <a:spcPts val="0"/>
              </a:spcAft>
              <a:buClr>
                <a:schemeClr val="lt1"/>
              </a:buClr>
              <a:buSzPts val="900"/>
              <a:buFont typeface="Inter"/>
              <a:buChar char="○"/>
              <a:defRPr sz="900"/>
            </a:lvl5pPr>
            <a:lvl6pPr marL="2743200" lvl="5" indent="-285750">
              <a:lnSpc>
                <a:spcPct val="115000"/>
              </a:lnSpc>
              <a:spcBef>
                <a:spcPts val="0"/>
              </a:spcBef>
              <a:spcAft>
                <a:spcPts val="0"/>
              </a:spcAft>
              <a:buClr>
                <a:schemeClr val="lt1"/>
              </a:buClr>
              <a:buSzPts val="900"/>
              <a:buFont typeface="Inter"/>
              <a:buChar char="■"/>
              <a:defRPr sz="900"/>
            </a:lvl6pPr>
            <a:lvl7pPr marL="3200400" lvl="6" indent="-285750">
              <a:lnSpc>
                <a:spcPct val="115000"/>
              </a:lnSpc>
              <a:spcBef>
                <a:spcPts val="0"/>
              </a:spcBef>
              <a:spcAft>
                <a:spcPts val="0"/>
              </a:spcAft>
              <a:buClr>
                <a:schemeClr val="lt1"/>
              </a:buClr>
              <a:buSzPts val="900"/>
              <a:buFont typeface="Inter"/>
              <a:buChar char="●"/>
              <a:defRPr sz="900"/>
            </a:lvl7pPr>
            <a:lvl8pPr marL="3657600" lvl="7" indent="-285750">
              <a:lnSpc>
                <a:spcPct val="115000"/>
              </a:lnSpc>
              <a:spcBef>
                <a:spcPts val="0"/>
              </a:spcBef>
              <a:spcAft>
                <a:spcPts val="0"/>
              </a:spcAft>
              <a:buClr>
                <a:schemeClr val="lt1"/>
              </a:buClr>
              <a:buSzPts val="900"/>
              <a:buFont typeface="Inter"/>
              <a:buChar char="○"/>
              <a:defRPr sz="900"/>
            </a:lvl8pPr>
            <a:lvl9pPr marL="4114800" lvl="8" indent="-285750">
              <a:lnSpc>
                <a:spcPct val="115000"/>
              </a:lnSpc>
              <a:spcBef>
                <a:spcPts val="0"/>
              </a:spcBef>
              <a:spcAft>
                <a:spcPts val="0"/>
              </a:spcAft>
              <a:buClr>
                <a:schemeClr val="lt1"/>
              </a:buClr>
              <a:buSzPts val="900"/>
              <a:buFont typeface="Inter"/>
              <a:buChar char="■"/>
              <a:defRPr sz="900"/>
            </a:lvl9pPr>
          </a:lstStyle>
          <a:p>
            <a:endParaRPr/>
          </a:p>
        </p:txBody>
      </p:sp>
      <p:sp>
        <p:nvSpPr>
          <p:cNvPr id="241" name="Google Shape;241;p24"/>
          <p:cNvSpPr txBox="1">
            <a:spLocks noGrp="1"/>
          </p:cNvSpPr>
          <p:nvPr>
            <p:ph type="body" idx="15"/>
          </p:nvPr>
        </p:nvSpPr>
        <p:spPr>
          <a:xfrm>
            <a:off x="6110950" y="2520600"/>
            <a:ext cx="2191800" cy="457200"/>
          </a:xfrm>
          <a:prstGeom prst="rect">
            <a:avLst/>
          </a:prstGeom>
        </p:spPr>
        <p:txBody>
          <a:bodyPr spcFirstLastPara="1" wrap="square" lIns="0" tIns="0" rIns="0" bIns="0" anchor="t" anchorCtr="0">
            <a:noAutofit/>
          </a:bodyPr>
          <a:lstStyle>
            <a:lvl1pPr marL="457200" lvl="0" indent="-285750">
              <a:lnSpc>
                <a:spcPct val="115000"/>
              </a:lnSpc>
              <a:spcBef>
                <a:spcPts val="0"/>
              </a:spcBef>
              <a:spcAft>
                <a:spcPts val="0"/>
              </a:spcAft>
              <a:buClr>
                <a:schemeClr val="lt1"/>
              </a:buClr>
              <a:buSzPts val="900"/>
              <a:buFont typeface="Inter"/>
              <a:buChar char="●"/>
              <a:defRPr sz="900"/>
            </a:lvl1pPr>
            <a:lvl2pPr marL="914400" lvl="1" indent="-285750">
              <a:lnSpc>
                <a:spcPct val="115000"/>
              </a:lnSpc>
              <a:spcBef>
                <a:spcPts val="0"/>
              </a:spcBef>
              <a:spcAft>
                <a:spcPts val="0"/>
              </a:spcAft>
              <a:buClr>
                <a:schemeClr val="lt1"/>
              </a:buClr>
              <a:buSzPts val="900"/>
              <a:buFont typeface="Inter"/>
              <a:buChar char="○"/>
              <a:defRPr sz="900"/>
            </a:lvl2pPr>
            <a:lvl3pPr marL="1371600" lvl="2" indent="-285750">
              <a:lnSpc>
                <a:spcPct val="115000"/>
              </a:lnSpc>
              <a:spcBef>
                <a:spcPts val="0"/>
              </a:spcBef>
              <a:spcAft>
                <a:spcPts val="0"/>
              </a:spcAft>
              <a:buClr>
                <a:schemeClr val="lt1"/>
              </a:buClr>
              <a:buSzPts val="900"/>
              <a:buFont typeface="Inter"/>
              <a:buChar char="■"/>
              <a:defRPr sz="900"/>
            </a:lvl3pPr>
            <a:lvl4pPr marL="1828800" lvl="3" indent="-285750">
              <a:lnSpc>
                <a:spcPct val="115000"/>
              </a:lnSpc>
              <a:spcBef>
                <a:spcPts val="0"/>
              </a:spcBef>
              <a:spcAft>
                <a:spcPts val="0"/>
              </a:spcAft>
              <a:buClr>
                <a:schemeClr val="lt1"/>
              </a:buClr>
              <a:buSzPts val="900"/>
              <a:buFont typeface="Inter"/>
              <a:buChar char="●"/>
              <a:defRPr sz="900"/>
            </a:lvl4pPr>
            <a:lvl5pPr marL="2286000" lvl="4" indent="-285750">
              <a:lnSpc>
                <a:spcPct val="115000"/>
              </a:lnSpc>
              <a:spcBef>
                <a:spcPts val="0"/>
              </a:spcBef>
              <a:spcAft>
                <a:spcPts val="0"/>
              </a:spcAft>
              <a:buClr>
                <a:schemeClr val="lt1"/>
              </a:buClr>
              <a:buSzPts val="900"/>
              <a:buFont typeface="Inter"/>
              <a:buChar char="○"/>
              <a:defRPr sz="900"/>
            </a:lvl5pPr>
            <a:lvl6pPr marL="2743200" lvl="5" indent="-285750">
              <a:lnSpc>
                <a:spcPct val="115000"/>
              </a:lnSpc>
              <a:spcBef>
                <a:spcPts val="0"/>
              </a:spcBef>
              <a:spcAft>
                <a:spcPts val="0"/>
              </a:spcAft>
              <a:buClr>
                <a:schemeClr val="lt1"/>
              </a:buClr>
              <a:buSzPts val="900"/>
              <a:buFont typeface="Inter"/>
              <a:buChar char="■"/>
              <a:defRPr sz="900"/>
            </a:lvl6pPr>
            <a:lvl7pPr marL="3200400" lvl="6" indent="-285750">
              <a:lnSpc>
                <a:spcPct val="115000"/>
              </a:lnSpc>
              <a:spcBef>
                <a:spcPts val="0"/>
              </a:spcBef>
              <a:spcAft>
                <a:spcPts val="0"/>
              </a:spcAft>
              <a:buClr>
                <a:schemeClr val="lt1"/>
              </a:buClr>
              <a:buSzPts val="900"/>
              <a:buFont typeface="Inter"/>
              <a:buChar char="●"/>
              <a:defRPr sz="900"/>
            </a:lvl7pPr>
            <a:lvl8pPr marL="3657600" lvl="7" indent="-285750">
              <a:lnSpc>
                <a:spcPct val="115000"/>
              </a:lnSpc>
              <a:spcBef>
                <a:spcPts val="0"/>
              </a:spcBef>
              <a:spcAft>
                <a:spcPts val="0"/>
              </a:spcAft>
              <a:buClr>
                <a:schemeClr val="lt1"/>
              </a:buClr>
              <a:buSzPts val="900"/>
              <a:buFont typeface="Inter"/>
              <a:buChar char="○"/>
              <a:defRPr sz="900"/>
            </a:lvl8pPr>
            <a:lvl9pPr marL="4114800" lvl="8" indent="-285750">
              <a:lnSpc>
                <a:spcPct val="115000"/>
              </a:lnSpc>
              <a:spcBef>
                <a:spcPts val="0"/>
              </a:spcBef>
              <a:spcAft>
                <a:spcPts val="0"/>
              </a:spcAft>
              <a:buClr>
                <a:schemeClr val="lt1"/>
              </a:buClr>
              <a:buSzPts val="900"/>
              <a:buFont typeface="Inter"/>
              <a:buChar char="■"/>
              <a:defRPr sz="900"/>
            </a:lvl9pPr>
          </a:lstStyle>
          <a:p>
            <a:endParaRPr/>
          </a:p>
        </p:txBody>
      </p:sp>
      <p:sp>
        <p:nvSpPr>
          <p:cNvPr id="242" name="Google Shape;242;p24"/>
          <p:cNvSpPr>
            <a:spLocks noGrp="1"/>
          </p:cNvSpPr>
          <p:nvPr>
            <p:ph type="pic" idx="16"/>
          </p:nvPr>
        </p:nvSpPr>
        <p:spPr>
          <a:xfrm rot="-5400711">
            <a:off x="204025" y="1845450"/>
            <a:ext cx="1450200" cy="1282500"/>
          </a:xfrm>
          <a:prstGeom prst="round2SameRect">
            <a:avLst>
              <a:gd name="adj1" fmla="val 16667"/>
              <a:gd name="adj2" fmla="val 0"/>
            </a:avLst>
          </a:prstGeom>
          <a:noFill/>
          <a:ln>
            <a:noFill/>
          </a:ln>
        </p:spPr>
      </p:sp>
      <p:sp>
        <p:nvSpPr>
          <p:cNvPr id="243" name="Google Shape;243;p24"/>
          <p:cNvSpPr>
            <a:spLocks noGrp="1"/>
          </p:cNvSpPr>
          <p:nvPr>
            <p:ph type="pic" idx="17"/>
          </p:nvPr>
        </p:nvSpPr>
        <p:spPr>
          <a:xfrm rot="-5400711">
            <a:off x="204025" y="3485800"/>
            <a:ext cx="1450200" cy="1282500"/>
          </a:xfrm>
          <a:prstGeom prst="round2SameRect">
            <a:avLst>
              <a:gd name="adj1" fmla="val 16667"/>
              <a:gd name="adj2" fmla="val 0"/>
            </a:avLst>
          </a:prstGeom>
          <a:noFill/>
          <a:ln>
            <a:noFill/>
          </a:ln>
        </p:spPr>
      </p:sp>
      <p:sp>
        <p:nvSpPr>
          <p:cNvPr id="244" name="Google Shape;244;p24"/>
          <p:cNvSpPr>
            <a:spLocks noGrp="1"/>
          </p:cNvSpPr>
          <p:nvPr>
            <p:ph type="pic" idx="18"/>
          </p:nvPr>
        </p:nvSpPr>
        <p:spPr>
          <a:xfrm rot="-5400711">
            <a:off x="4581825" y="1850850"/>
            <a:ext cx="1450200" cy="1282500"/>
          </a:xfrm>
          <a:prstGeom prst="round2SameRect">
            <a:avLst>
              <a:gd name="adj1" fmla="val 16667"/>
              <a:gd name="adj2" fmla="val 0"/>
            </a:avLst>
          </a:prstGeom>
          <a:noFill/>
          <a:ln>
            <a:noFill/>
          </a:ln>
        </p:spPr>
      </p:sp>
      <p:sp>
        <p:nvSpPr>
          <p:cNvPr id="245" name="Google Shape;245;p24"/>
          <p:cNvSpPr>
            <a:spLocks noGrp="1"/>
          </p:cNvSpPr>
          <p:nvPr>
            <p:ph type="pic" idx="19"/>
          </p:nvPr>
        </p:nvSpPr>
        <p:spPr>
          <a:xfrm rot="-5400711">
            <a:off x="4581825" y="3491200"/>
            <a:ext cx="1450200" cy="1282500"/>
          </a:xfrm>
          <a:prstGeom prst="round2SameRect">
            <a:avLst>
              <a:gd name="adj1" fmla="val 16667"/>
              <a:gd name="adj2" fmla="val 0"/>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6"/>
        <p:cNvGrpSpPr/>
        <p:nvPr/>
      </p:nvGrpSpPr>
      <p:grpSpPr>
        <a:xfrm>
          <a:off x="0" y="0"/>
          <a:ext cx="0" cy="0"/>
          <a:chOff x="0" y="0"/>
          <a:chExt cx="0" cy="0"/>
        </a:xfrm>
      </p:grpSpPr>
      <p:sp>
        <p:nvSpPr>
          <p:cNvPr id="247" name="Google Shape;247;p2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48" name="Google Shape;248;p2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49"/>
        <p:cNvGrpSpPr/>
        <p:nvPr/>
      </p:nvGrpSpPr>
      <p:grpSpPr>
        <a:xfrm>
          <a:off x="0" y="0"/>
          <a:ext cx="0" cy="0"/>
          <a:chOff x="0" y="0"/>
          <a:chExt cx="0" cy="0"/>
        </a:xfrm>
      </p:grpSpPr>
      <p:sp>
        <p:nvSpPr>
          <p:cNvPr id="250" name="Google Shape;250;p2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251"/>
        <p:cNvGrpSpPr/>
        <p:nvPr/>
      </p:nvGrpSpPr>
      <p:grpSpPr>
        <a:xfrm>
          <a:off x="0" y="0"/>
          <a:ext cx="0" cy="0"/>
          <a:chOff x="0" y="0"/>
          <a:chExt cx="0" cy="0"/>
        </a:xfrm>
      </p:grpSpPr>
      <p:sp>
        <p:nvSpPr>
          <p:cNvPr id="252" name="Google Shape;252;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3" name="Google Shape;253;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254"/>
        <p:cNvGrpSpPr/>
        <p:nvPr/>
      </p:nvGrpSpPr>
      <p:grpSpPr>
        <a:xfrm>
          <a:off x="0" y="0"/>
          <a:ext cx="0" cy="0"/>
          <a:chOff x="0" y="0"/>
          <a:chExt cx="0" cy="0"/>
        </a:xfrm>
      </p:grpSpPr>
      <p:sp>
        <p:nvSpPr>
          <p:cNvPr id="255" name="Google Shape;255;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2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57" name="Google Shape;257;p28"/>
          <p:cNvSpPr txBox="1">
            <a:spLocks noGrp="1"/>
          </p:cNvSpPr>
          <p:nvPr>
            <p:ph type="body" idx="2"/>
          </p:nvPr>
        </p:nvSpPr>
        <p:spPr>
          <a:xfrm>
            <a:off x="4832400" y="1152475"/>
            <a:ext cx="3999900" cy="34164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58"/>
        <p:cNvGrpSpPr/>
        <p:nvPr/>
      </p:nvGrpSpPr>
      <p:grpSpPr>
        <a:xfrm>
          <a:off x="0" y="0"/>
          <a:ext cx="0" cy="0"/>
          <a:chOff x="0" y="0"/>
          <a:chExt cx="0" cy="0"/>
        </a:xfrm>
      </p:grpSpPr>
      <p:sp>
        <p:nvSpPr>
          <p:cNvPr id="259" name="Google Shape;259;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60"/>
        <p:cNvGrpSpPr/>
        <p:nvPr/>
      </p:nvGrpSpPr>
      <p:grpSpPr>
        <a:xfrm>
          <a:off x="0" y="0"/>
          <a:ext cx="0" cy="0"/>
          <a:chOff x="0" y="0"/>
          <a:chExt cx="0" cy="0"/>
        </a:xfrm>
      </p:grpSpPr>
      <p:sp>
        <p:nvSpPr>
          <p:cNvPr id="261" name="Google Shape;261;p3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62" name="Google Shape;262;p3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63"/>
        <p:cNvGrpSpPr/>
        <p:nvPr/>
      </p:nvGrpSpPr>
      <p:grpSpPr>
        <a:xfrm>
          <a:off x="0" y="0"/>
          <a:ext cx="0" cy="0"/>
          <a:chOff x="0" y="0"/>
          <a:chExt cx="0" cy="0"/>
        </a:xfrm>
      </p:grpSpPr>
      <p:sp>
        <p:nvSpPr>
          <p:cNvPr id="264" name="Google Shape;264;p3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65"/>
        <p:cNvGrpSpPr/>
        <p:nvPr/>
      </p:nvGrpSpPr>
      <p:grpSpPr>
        <a:xfrm>
          <a:off x="0" y="0"/>
          <a:ext cx="0" cy="0"/>
          <a:chOff x="0" y="0"/>
          <a:chExt cx="0" cy="0"/>
        </a:xfrm>
      </p:grpSpPr>
      <p:sp>
        <p:nvSpPr>
          <p:cNvPr id="266" name="Google Shape;266;p3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67" name="Google Shape;267;p3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268" name="Google Shape;268;p3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69"/>
        <p:cNvGrpSpPr/>
        <p:nvPr/>
      </p:nvGrpSpPr>
      <p:grpSpPr>
        <a:xfrm>
          <a:off x="0" y="0"/>
          <a:ext cx="0" cy="0"/>
          <a:chOff x="0" y="0"/>
          <a:chExt cx="0" cy="0"/>
        </a:xfrm>
      </p:grpSpPr>
      <p:sp>
        <p:nvSpPr>
          <p:cNvPr id="270" name="Google Shape;270;p3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71"/>
        <p:cNvGrpSpPr/>
        <p:nvPr/>
      </p:nvGrpSpPr>
      <p:grpSpPr>
        <a:xfrm>
          <a:off x="0" y="0"/>
          <a:ext cx="0" cy="0"/>
          <a:chOff x="0" y="0"/>
          <a:chExt cx="0" cy="0"/>
        </a:xfrm>
      </p:grpSpPr>
      <p:sp>
        <p:nvSpPr>
          <p:cNvPr id="272" name="Google Shape;272;p3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3" name="Google Shape;273;p3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74"/>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75"/>
        <p:cNvGrpSpPr/>
        <p:nvPr/>
      </p:nvGrpSpPr>
      <p:grpSpPr>
        <a:xfrm>
          <a:off x="0" y="0"/>
          <a:ext cx="0" cy="0"/>
          <a:chOff x="0" y="0"/>
          <a:chExt cx="0" cy="0"/>
        </a:xfrm>
      </p:grpSpPr>
      <p:sp>
        <p:nvSpPr>
          <p:cNvPr id="276" name="Google Shape;276;p36"/>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7" name="Google Shape;277;p36"/>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78" name="Google Shape;278;p36"/>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79" name="Google Shape;279;p36"/>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80" name="Google Shape;280;p36"/>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81" name="Google Shape;281;p36"/>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82" name="Google Shape;282;p36"/>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283"/>
        <p:cNvGrpSpPr/>
        <p:nvPr/>
      </p:nvGrpSpPr>
      <p:grpSpPr>
        <a:xfrm>
          <a:off x="0" y="0"/>
          <a:ext cx="0" cy="0"/>
          <a:chOff x="0" y="0"/>
          <a:chExt cx="0" cy="0"/>
        </a:xfrm>
      </p:grpSpPr>
      <p:sp>
        <p:nvSpPr>
          <p:cNvPr id="284" name="Google Shape;284;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5" name="Google Shape;285;p37"/>
          <p:cNvSpPr txBox="1">
            <a:spLocks noGrp="1"/>
          </p:cNvSpPr>
          <p:nvPr>
            <p:ph type="body" idx="1"/>
          </p:nvPr>
        </p:nvSpPr>
        <p:spPr>
          <a:xfrm>
            <a:off x="311700" y="1152475"/>
            <a:ext cx="4473900" cy="34164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86" name="Google Shape;286;p37"/>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287"/>
        <p:cNvGrpSpPr/>
        <p:nvPr/>
      </p:nvGrpSpPr>
      <p:grpSpPr>
        <a:xfrm>
          <a:off x="0" y="0"/>
          <a:ext cx="0" cy="0"/>
          <a:chOff x="0" y="0"/>
          <a:chExt cx="0" cy="0"/>
        </a:xfrm>
      </p:grpSpPr>
      <p:sp>
        <p:nvSpPr>
          <p:cNvPr id="288" name="Google Shape;288;p3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289" name="Google Shape;289;p38"/>
          <p:cNvSpPr txBox="1">
            <a:spLocks noGrp="1"/>
          </p:cNvSpPr>
          <p:nvPr>
            <p:ph type="body" idx="1"/>
          </p:nvPr>
        </p:nvSpPr>
        <p:spPr>
          <a:xfrm>
            <a:off x="483150" y="2237788"/>
            <a:ext cx="36198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90" name="Google Shape;290;p38"/>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91" name="Google Shape;291;p38"/>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2" name="Google Shape;292;p38"/>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293"/>
        <p:cNvGrpSpPr/>
        <p:nvPr/>
      </p:nvGrpSpPr>
      <p:grpSpPr>
        <a:xfrm>
          <a:off x="0" y="0"/>
          <a:ext cx="0" cy="0"/>
          <a:chOff x="0" y="0"/>
          <a:chExt cx="0" cy="0"/>
        </a:xfrm>
      </p:grpSpPr>
      <p:sp>
        <p:nvSpPr>
          <p:cNvPr id="294" name="Google Shape;294;p39"/>
          <p:cNvSpPr txBox="1">
            <a:spLocks noGrp="1"/>
          </p:cNvSpPr>
          <p:nvPr>
            <p:ph type="body" idx="1"/>
          </p:nvPr>
        </p:nvSpPr>
        <p:spPr>
          <a:xfrm>
            <a:off x="483175" y="2417500"/>
            <a:ext cx="24555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95" name="Google Shape;295;p39"/>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96" name="Google Shape;296;p39"/>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297" name="Google Shape;297;p39"/>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8" name="Google Shape;298;p39"/>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9" name="Google Shape;299;p39"/>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0" name="Google Shape;300;p39"/>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01"/>
        <p:cNvGrpSpPr/>
        <p:nvPr/>
      </p:nvGrpSpPr>
      <p:grpSpPr>
        <a:xfrm>
          <a:off x="0" y="0"/>
          <a:ext cx="0" cy="0"/>
          <a:chOff x="0" y="0"/>
          <a:chExt cx="0" cy="0"/>
        </a:xfrm>
      </p:grpSpPr>
      <p:sp>
        <p:nvSpPr>
          <p:cNvPr id="302" name="Google Shape;302;p40"/>
          <p:cNvSpPr txBox="1">
            <a:spLocks noGrp="1"/>
          </p:cNvSpPr>
          <p:nvPr>
            <p:ph type="body" idx="1"/>
          </p:nvPr>
        </p:nvSpPr>
        <p:spPr>
          <a:xfrm>
            <a:off x="366725" y="1759093"/>
            <a:ext cx="3838500" cy="11385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3" name="Google Shape;303;p40"/>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4" name="Google Shape;304;p40"/>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5" name="Google Shape;305;p40"/>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6" name="Google Shape;306;p40"/>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07" name="Google Shape;307;p40"/>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8" name="Google Shape;308;p40"/>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9" name="Google Shape;309;p40"/>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0" name="Google Shape;310;p40"/>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11"/>
        <p:cNvGrpSpPr/>
        <p:nvPr/>
      </p:nvGrpSpPr>
      <p:grpSpPr>
        <a:xfrm>
          <a:off x="0" y="0"/>
          <a:ext cx="0" cy="0"/>
          <a:chOff x="0" y="0"/>
          <a:chExt cx="0" cy="0"/>
        </a:xfrm>
      </p:grpSpPr>
      <p:sp>
        <p:nvSpPr>
          <p:cNvPr id="312" name="Google Shape;312;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3" name="Google Shape;313;p41"/>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14"/>
        <p:cNvGrpSpPr/>
        <p:nvPr/>
      </p:nvGrpSpPr>
      <p:grpSpPr>
        <a:xfrm>
          <a:off x="0" y="0"/>
          <a:ext cx="0" cy="0"/>
          <a:chOff x="0" y="0"/>
          <a:chExt cx="0" cy="0"/>
        </a:xfrm>
      </p:grpSpPr>
      <p:sp>
        <p:nvSpPr>
          <p:cNvPr id="315" name="Google Shape;315;p42"/>
          <p:cNvSpPr txBox="1">
            <a:spLocks noGrp="1"/>
          </p:cNvSpPr>
          <p:nvPr>
            <p:ph type="body" idx="1"/>
          </p:nvPr>
        </p:nvSpPr>
        <p:spPr>
          <a:xfrm>
            <a:off x="311700" y="4080225"/>
            <a:ext cx="4027500" cy="9261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6" name="Google Shape;316;p42"/>
          <p:cNvSpPr>
            <a:spLocks noGrp="1"/>
          </p:cNvSpPr>
          <p:nvPr>
            <p:ph type="pic" idx="2"/>
          </p:nvPr>
        </p:nvSpPr>
        <p:spPr>
          <a:xfrm>
            <a:off x="4804825" y="1133300"/>
            <a:ext cx="4027500" cy="2392800"/>
          </a:xfrm>
          <a:prstGeom prst="rect">
            <a:avLst/>
          </a:prstGeom>
          <a:noFill/>
          <a:ln>
            <a:noFill/>
          </a:ln>
        </p:spPr>
      </p:sp>
      <p:sp>
        <p:nvSpPr>
          <p:cNvPr id="317" name="Google Shape;317;p42"/>
          <p:cNvSpPr>
            <a:spLocks noGrp="1"/>
          </p:cNvSpPr>
          <p:nvPr>
            <p:ph type="pic" idx="3"/>
          </p:nvPr>
        </p:nvSpPr>
        <p:spPr>
          <a:xfrm>
            <a:off x="311725" y="1133300"/>
            <a:ext cx="4027500" cy="2392800"/>
          </a:xfrm>
          <a:prstGeom prst="rect">
            <a:avLst/>
          </a:prstGeom>
          <a:noFill/>
          <a:ln>
            <a:noFill/>
          </a:ln>
        </p:spPr>
      </p:sp>
      <p:sp>
        <p:nvSpPr>
          <p:cNvPr id="318" name="Google Shape;318;p42"/>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9" name="Google Shape;319;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0" name="Google Shape;320;p42"/>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21" name="Google Shape;321;p42"/>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322"/>
        <p:cNvGrpSpPr/>
        <p:nvPr/>
      </p:nvGrpSpPr>
      <p:grpSpPr>
        <a:xfrm>
          <a:off x="0" y="0"/>
          <a:ext cx="0" cy="0"/>
          <a:chOff x="0" y="0"/>
          <a:chExt cx="0" cy="0"/>
        </a:xfrm>
      </p:grpSpPr>
      <p:sp>
        <p:nvSpPr>
          <p:cNvPr id="323" name="Google Shape;323;p43"/>
          <p:cNvSpPr txBox="1">
            <a:spLocks noGrp="1"/>
          </p:cNvSpPr>
          <p:nvPr>
            <p:ph type="body" idx="1"/>
          </p:nvPr>
        </p:nvSpPr>
        <p:spPr>
          <a:xfrm>
            <a:off x="311700" y="3911700"/>
            <a:ext cx="2627100" cy="10185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24" name="Google Shape;324;p43"/>
          <p:cNvSpPr>
            <a:spLocks noGrp="1"/>
          </p:cNvSpPr>
          <p:nvPr>
            <p:ph type="pic" idx="2"/>
          </p:nvPr>
        </p:nvSpPr>
        <p:spPr>
          <a:xfrm>
            <a:off x="6205225" y="1128325"/>
            <a:ext cx="2627100" cy="2273100"/>
          </a:xfrm>
          <a:prstGeom prst="rect">
            <a:avLst/>
          </a:prstGeom>
          <a:noFill/>
          <a:ln>
            <a:noFill/>
          </a:ln>
        </p:spPr>
      </p:sp>
      <p:sp>
        <p:nvSpPr>
          <p:cNvPr id="325" name="Google Shape;325;p43"/>
          <p:cNvSpPr>
            <a:spLocks noGrp="1"/>
          </p:cNvSpPr>
          <p:nvPr>
            <p:ph type="pic" idx="3"/>
          </p:nvPr>
        </p:nvSpPr>
        <p:spPr>
          <a:xfrm>
            <a:off x="311725" y="1128325"/>
            <a:ext cx="2627100" cy="2273100"/>
          </a:xfrm>
          <a:prstGeom prst="rect">
            <a:avLst/>
          </a:prstGeom>
          <a:noFill/>
          <a:ln>
            <a:noFill/>
          </a:ln>
        </p:spPr>
      </p:sp>
      <p:sp>
        <p:nvSpPr>
          <p:cNvPr id="326" name="Google Shape;326;p43"/>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27" name="Google Shape;327;p43"/>
          <p:cNvSpPr>
            <a:spLocks noGrp="1"/>
          </p:cNvSpPr>
          <p:nvPr>
            <p:ph type="pic" idx="5"/>
          </p:nvPr>
        </p:nvSpPr>
        <p:spPr>
          <a:xfrm>
            <a:off x="3255250" y="1128325"/>
            <a:ext cx="2627100" cy="2273100"/>
          </a:xfrm>
          <a:prstGeom prst="rect">
            <a:avLst/>
          </a:prstGeom>
          <a:noFill/>
          <a:ln>
            <a:noFill/>
          </a:ln>
        </p:spPr>
      </p:sp>
      <p:sp>
        <p:nvSpPr>
          <p:cNvPr id="328" name="Google Shape;328;p43"/>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29" name="Google Shape;329;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0" name="Google Shape;330;p43"/>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31" name="Google Shape;331;p43"/>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32" name="Google Shape;332;p43"/>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333"/>
        <p:cNvGrpSpPr/>
        <p:nvPr/>
      </p:nvGrpSpPr>
      <p:grpSpPr>
        <a:xfrm>
          <a:off x="0" y="0"/>
          <a:ext cx="0" cy="0"/>
          <a:chOff x="0" y="0"/>
          <a:chExt cx="0" cy="0"/>
        </a:xfrm>
      </p:grpSpPr>
      <p:sp>
        <p:nvSpPr>
          <p:cNvPr id="334" name="Google Shape;334;p44"/>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335"/>
        <p:cNvGrpSpPr/>
        <p:nvPr/>
      </p:nvGrpSpPr>
      <p:grpSpPr>
        <a:xfrm>
          <a:off x="0" y="0"/>
          <a:ext cx="0" cy="0"/>
          <a:chOff x="0" y="0"/>
          <a:chExt cx="0" cy="0"/>
        </a:xfrm>
      </p:grpSpPr>
      <p:sp>
        <p:nvSpPr>
          <p:cNvPr id="336" name="Google Shape;336;p45"/>
          <p:cNvSpPr>
            <a:spLocks noGrp="1"/>
          </p:cNvSpPr>
          <p:nvPr>
            <p:ph type="pic" idx="2"/>
          </p:nvPr>
        </p:nvSpPr>
        <p:spPr>
          <a:xfrm>
            <a:off x="3389600" y="118913"/>
            <a:ext cx="1643700" cy="1535100"/>
          </a:xfrm>
          <a:prstGeom prst="rect">
            <a:avLst/>
          </a:prstGeom>
          <a:noFill/>
          <a:ln>
            <a:noFill/>
          </a:ln>
        </p:spPr>
      </p:sp>
      <p:sp>
        <p:nvSpPr>
          <p:cNvPr id="337" name="Google Shape;337;p45"/>
          <p:cNvSpPr>
            <a:spLocks noGrp="1"/>
          </p:cNvSpPr>
          <p:nvPr>
            <p:ph type="pic" idx="3"/>
          </p:nvPr>
        </p:nvSpPr>
        <p:spPr>
          <a:xfrm>
            <a:off x="5195935" y="118913"/>
            <a:ext cx="1643700" cy="1535100"/>
          </a:xfrm>
          <a:prstGeom prst="rect">
            <a:avLst/>
          </a:prstGeom>
          <a:noFill/>
          <a:ln>
            <a:noFill/>
          </a:ln>
        </p:spPr>
      </p:sp>
      <p:sp>
        <p:nvSpPr>
          <p:cNvPr id="338" name="Google Shape;338;p45"/>
          <p:cNvSpPr>
            <a:spLocks noGrp="1"/>
          </p:cNvSpPr>
          <p:nvPr>
            <p:ph type="pic" idx="4"/>
          </p:nvPr>
        </p:nvSpPr>
        <p:spPr>
          <a:xfrm>
            <a:off x="7002270" y="118913"/>
            <a:ext cx="1643700" cy="1535100"/>
          </a:xfrm>
          <a:prstGeom prst="rect">
            <a:avLst/>
          </a:prstGeom>
          <a:noFill/>
          <a:ln>
            <a:noFill/>
          </a:ln>
        </p:spPr>
      </p:sp>
      <p:sp>
        <p:nvSpPr>
          <p:cNvPr id="339" name="Google Shape;339;p45"/>
          <p:cNvSpPr>
            <a:spLocks noGrp="1"/>
          </p:cNvSpPr>
          <p:nvPr>
            <p:ph type="pic" idx="5"/>
          </p:nvPr>
        </p:nvSpPr>
        <p:spPr>
          <a:xfrm>
            <a:off x="3389588" y="1804212"/>
            <a:ext cx="1643700" cy="1535100"/>
          </a:xfrm>
          <a:prstGeom prst="rect">
            <a:avLst/>
          </a:prstGeom>
          <a:noFill/>
          <a:ln>
            <a:noFill/>
          </a:ln>
        </p:spPr>
      </p:sp>
      <p:sp>
        <p:nvSpPr>
          <p:cNvPr id="340" name="Google Shape;340;p45"/>
          <p:cNvSpPr>
            <a:spLocks noGrp="1"/>
          </p:cNvSpPr>
          <p:nvPr>
            <p:ph type="pic" idx="6"/>
          </p:nvPr>
        </p:nvSpPr>
        <p:spPr>
          <a:xfrm>
            <a:off x="5195922" y="1804212"/>
            <a:ext cx="1643700" cy="1535100"/>
          </a:xfrm>
          <a:prstGeom prst="rect">
            <a:avLst/>
          </a:prstGeom>
          <a:noFill/>
          <a:ln>
            <a:noFill/>
          </a:ln>
        </p:spPr>
      </p:sp>
      <p:sp>
        <p:nvSpPr>
          <p:cNvPr id="341" name="Google Shape;341;p45"/>
          <p:cNvSpPr>
            <a:spLocks noGrp="1"/>
          </p:cNvSpPr>
          <p:nvPr>
            <p:ph type="pic" idx="7"/>
          </p:nvPr>
        </p:nvSpPr>
        <p:spPr>
          <a:xfrm>
            <a:off x="7002257" y="1804212"/>
            <a:ext cx="1643700" cy="1535100"/>
          </a:xfrm>
          <a:prstGeom prst="rect">
            <a:avLst/>
          </a:prstGeom>
          <a:noFill/>
          <a:ln>
            <a:noFill/>
          </a:ln>
        </p:spPr>
      </p:sp>
      <p:sp>
        <p:nvSpPr>
          <p:cNvPr id="342" name="Google Shape;342;p45"/>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3" name="Google Shape;343;p45"/>
          <p:cNvSpPr>
            <a:spLocks noGrp="1"/>
          </p:cNvSpPr>
          <p:nvPr>
            <p:ph type="pic" idx="8"/>
          </p:nvPr>
        </p:nvSpPr>
        <p:spPr>
          <a:xfrm>
            <a:off x="3389588" y="3489487"/>
            <a:ext cx="1643700" cy="1535100"/>
          </a:xfrm>
          <a:prstGeom prst="rect">
            <a:avLst/>
          </a:prstGeom>
          <a:noFill/>
          <a:ln>
            <a:noFill/>
          </a:ln>
        </p:spPr>
      </p:sp>
      <p:sp>
        <p:nvSpPr>
          <p:cNvPr id="344" name="Google Shape;344;p45"/>
          <p:cNvSpPr>
            <a:spLocks noGrp="1"/>
          </p:cNvSpPr>
          <p:nvPr>
            <p:ph type="pic" idx="9"/>
          </p:nvPr>
        </p:nvSpPr>
        <p:spPr>
          <a:xfrm>
            <a:off x="5195922" y="3489487"/>
            <a:ext cx="1643700" cy="1535100"/>
          </a:xfrm>
          <a:prstGeom prst="rect">
            <a:avLst/>
          </a:prstGeom>
          <a:noFill/>
          <a:ln>
            <a:noFill/>
          </a:ln>
        </p:spPr>
      </p:sp>
      <p:sp>
        <p:nvSpPr>
          <p:cNvPr id="345" name="Google Shape;345;p45"/>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84700" y="1931750"/>
            <a:ext cx="4200000" cy="2751900"/>
          </a:xfrm>
          <a:prstGeom prst="rect">
            <a:avLst/>
          </a:prstGeom>
          <a:noFill/>
          <a:ln>
            <a:noFill/>
          </a:ln>
        </p:spPr>
        <p:txBody>
          <a:bodyPr spcFirstLastPara="1" wrap="square" lIns="0" tIns="0" rIns="0" bIns="0" anchor="t" anchorCtr="0">
            <a:spAutoFit/>
          </a:bodyPr>
          <a:lstStyle>
            <a:lvl1pPr marL="457200" lvl="0"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
        <p:nvSpPr>
          <p:cNvPr id="7" name="Google Shape;7;p1"/>
          <p:cNvSpPr txBox="1">
            <a:spLocks noGrp="1"/>
          </p:cNvSpPr>
          <p:nvPr>
            <p:ph type="title"/>
          </p:nvPr>
        </p:nvSpPr>
        <p:spPr>
          <a:xfrm>
            <a:off x="284700" y="340825"/>
            <a:ext cx="5284800" cy="604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Fredoka Medium"/>
              <a:buNone/>
              <a:defRPr sz="3000">
                <a:solidFill>
                  <a:schemeClr val="lt1"/>
                </a:solidFill>
                <a:latin typeface="Fredoka Medium"/>
                <a:ea typeface="Fredoka Medium"/>
                <a:cs typeface="Fredoka Medium"/>
                <a:sym typeface="Fredok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 name="Google Shape;8;p1"/>
          <p:cNvSpPr txBox="1">
            <a:spLocks noGrp="1"/>
          </p:cNvSpPr>
          <p:nvPr>
            <p:ph type="body" idx="2"/>
          </p:nvPr>
        </p:nvSpPr>
        <p:spPr>
          <a:xfrm>
            <a:off x="3857625" y="1931750"/>
            <a:ext cx="4539300" cy="25998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581">
          <p15:clr>
            <a:srgbClr val="E46962"/>
          </p15:clr>
        </p15:guide>
        <p15:guide id="2" pos="179">
          <p15:clr>
            <a:srgbClr val="E46962"/>
          </p15:clr>
        </p15:guide>
        <p15:guide id="3" orient="horz" pos="180">
          <p15:clr>
            <a:srgbClr val="E46962"/>
          </p15:clr>
        </p15:guide>
        <p15:guide id="4" orient="horz" pos="3060">
          <p15:clr>
            <a:srgbClr val="E46962"/>
          </p15:clr>
        </p15:guide>
        <p15:guide id="5" pos="2825">
          <p15:clr>
            <a:srgbClr val="E46962"/>
          </p15:clr>
        </p15:guide>
        <p15:guide id="6" pos="2939">
          <p15:clr>
            <a:srgbClr val="E46962"/>
          </p15:clr>
        </p15:guide>
        <p15:guide id="7" pos="1445">
          <p15:clr>
            <a:srgbClr val="E46962"/>
          </p15:clr>
        </p15:guide>
        <p15:guide id="8" pos="1559">
          <p15:clr>
            <a:srgbClr val="E46962"/>
          </p15:clr>
        </p15:guide>
        <p15:guide id="9" pos="4205">
          <p15:clr>
            <a:srgbClr val="E46962"/>
          </p15:clr>
        </p15:guide>
        <p15:guide id="10" pos="4319">
          <p15:clr>
            <a:srgbClr val="E46962"/>
          </p15:clr>
        </p15:guide>
        <p15:guide id="11" pos="3745">
          <p15:clr>
            <a:srgbClr val="E46962"/>
          </p15:clr>
        </p15:guide>
        <p15:guide id="12" pos="3859">
          <p15:clr>
            <a:srgbClr val="E46962"/>
          </p15:clr>
        </p15:guide>
        <p15:guide id="13" pos="1905">
          <p15:clr>
            <a:srgbClr val="E46962"/>
          </p15:clr>
        </p15:guide>
        <p15:guide id="14" pos="2019">
          <p15:clr>
            <a:srgbClr val="E46962"/>
          </p15:clr>
        </p15:guide>
        <p15:guide id="15" orient="horz" pos="294">
          <p15:clr>
            <a:srgbClr val="E46962"/>
          </p15:clr>
        </p15:guide>
        <p15:guide id="16" orient="horz" pos="2950">
          <p15:clr>
            <a:srgbClr val="E46962"/>
          </p15:clr>
        </p15:guide>
        <p15:guide id="17" orient="horz" pos="1103">
          <p15:clr>
            <a:srgbClr val="E46962"/>
          </p15:clr>
        </p15:guide>
        <p15:guide id="18" orient="horz" pos="1217">
          <p15:clr>
            <a:srgbClr val="E46962"/>
          </p15:clr>
        </p15:guide>
        <p15:guide id="19" orient="horz" pos="2025">
          <p15:clr>
            <a:srgbClr val="E46962"/>
          </p15:clr>
        </p15:guide>
        <p15:guide id="20" orient="horz" pos="2139">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0.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6"/>
          <p:cNvSpPr txBox="1">
            <a:spLocks noGrp="1"/>
          </p:cNvSpPr>
          <p:nvPr>
            <p:ph type="title"/>
          </p:nvPr>
        </p:nvSpPr>
        <p:spPr>
          <a:xfrm>
            <a:off x="646500" y="648000"/>
            <a:ext cx="4972800" cy="1992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Normadica</a:t>
            </a:r>
            <a:endParaRPr/>
          </a:p>
        </p:txBody>
      </p:sp>
      <p:sp>
        <p:nvSpPr>
          <p:cNvPr id="351" name="Google Shape;351;p46"/>
          <p:cNvSpPr txBox="1">
            <a:spLocks noGrp="1"/>
          </p:cNvSpPr>
          <p:nvPr>
            <p:ph type="subTitle" idx="1"/>
          </p:nvPr>
        </p:nvSpPr>
        <p:spPr>
          <a:xfrm>
            <a:off x="57100" y="4269275"/>
            <a:ext cx="4836000" cy="828900"/>
          </a:xfrm>
          <a:prstGeom prst="rect">
            <a:avLst/>
          </a:prstGeom>
        </p:spPr>
        <p:txBody>
          <a:bodyPr spcFirstLastPara="1" wrap="square" lIns="0" tIns="91425" rIns="91425" bIns="0" anchor="t" anchorCtr="0">
            <a:noAutofit/>
          </a:bodyPr>
          <a:lstStyle/>
          <a:p>
            <a:pPr marL="0" lvl="0" indent="0" algn="l" rtl="0">
              <a:spcBef>
                <a:spcPts val="0"/>
              </a:spcBef>
              <a:spcAft>
                <a:spcPts val="0"/>
              </a:spcAft>
              <a:buNone/>
            </a:pPr>
            <a:r>
              <a:rPr lang="en" sz="2400"/>
              <a:t>Sophie Tony, Paul Anderson, Fuchee Young, Ilyas Ibrahim</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7"/>
          <p:cNvSpPr txBox="1">
            <a:spLocks noGrp="1"/>
          </p:cNvSpPr>
          <p:nvPr>
            <p:ph type="title"/>
          </p:nvPr>
        </p:nvSpPr>
        <p:spPr>
          <a:xfrm>
            <a:off x="144000" y="392800"/>
            <a:ext cx="6390300" cy="63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a:t>
            </a:r>
            <a:endParaRPr/>
          </a:p>
        </p:txBody>
      </p:sp>
      <p:sp>
        <p:nvSpPr>
          <p:cNvPr id="357" name="Google Shape;357;p47"/>
          <p:cNvSpPr txBox="1"/>
          <p:nvPr/>
        </p:nvSpPr>
        <p:spPr>
          <a:xfrm>
            <a:off x="689250" y="1022800"/>
            <a:ext cx="2949600" cy="2586000"/>
          </a:xfrm>
          <a:prstGeom prst="rect">
            <a:avLst/>
          </a:prstGeom>
          <a:noFill/>
          <a:ln>
            <a:noFill/>
          </a:ln>
        </p:spPr>
        <p:txBody>
          <a:bodyPr spcFirstLastPara="1" wrap="square" lIns="91425" tIns="91425" rIns="91425" bIns="91425" anchor="t" anchorCtr="0">
            <a:spAutoFit/>
          </a:bodyPr>
          <a:lstStyle/>
          <a:p>
            <a:pPr marL="457200" lvl="0" indent="-304800" algn="l" rtl="0">
              <a:lnSpc>
                <a:spcPct val="150000"/>
              </a:lnSpc>
              <a:spcBef>
                <a:spcPts val="1200"/>
              </a:spcBef>
              <a:spcAft>
                <a:spcPts val="0"/>
              </a:spcAft>
              <a:buSzPts val="1200"/>
              <a:buChar char="●"/>
            </a:pPr>
            <a:r>
              <a:rPr lang="en" sz="1200"/>
              <a:t>Introduction</a:t>
            </a:r>
            <a:endParaRPr sz="1200"/>
          </a:p>
          <a:p>
            <a:pPr marL="457200" lvl="0" indent="-304800" algn="l" rtl="0">
              <a:lnSpc>
                <a:spcPct val="150000"/>
              </a:lnSpc>
              <a:spcBef>
                <a:spcPts val="0"/>
              </a:spcBef>
              <a:spcAft>
                <a:spcPts val="0"/>
              </a:spcAft>
              <a:buSzPts val="1200"/>
              <a:buChar char="●"/>
            </a:pPr>
            <a:r>
              <a:rPr lang="en" sz="1200"/>
              <a:t>Vision and Scope</a:t>
            </a:r>
            <a:endParaRPr sz="1200"/>
          </a:p>
          <a:p>
            <a:pPr marL="457200" lvl="0" indent="-304800" algn="l" rtl="0">
              <a:lnSpc>
                <a:spcPct val="150000"/>
              </a:lnSpc>
              <a:spcBef>
                <a:spcPts val="0"/>
              </a:spcBef>
              <a:spcAft>
                <a:spcPts val="0"/>
              </a:spcAft>
              <a:buSzPts val="1200"/>
              <a:buChar char="●"/>
            </a:pPr>
            <a:r>
              <a:rPr lang="en" sz="1200"/>
              <a:t>Business Value</a:t>
            </a:r>
            <a:endParaRPr sz="1200"/>
          </a:p>
          <a:p>
            <a:pPr marL="457200" lvl="0" indent="-304800" algn="l" rtl="0">
              <a:lnSpc>
                <a:spcPct val="150000"/>
              </a:lnSpc>
              <a:spcBef>
                <a:spcPts val="0"/>
              </a:spcBef>
              <a:spcAft>
                <a:spcPts val="0"/>
              </a:spcAft>
              <a:buSzPts val="1200"/>
              <a:buChar char="●"/>
            </a:pPr>
            <a:r>
              <a:rPr lang="en" sz="1200"/>
              <a:t>Feasibility Studies</a:t>
            </a:r>
            <a:endParaRPr sz="1200"/>
          </a:p>
          <a:p>
            <a:pPr marL="457200" lvl="0" indent="-304800" algn="l" rtl="0">
              <a:lnSpc>
                <a:spcPct val="150000"/>
              </a:lnSpc>
              <a:spcBef>
                <a:spcPts val="0"/>
              </a:spcBef>
              <a:spcAft>
                <a:spcPts val="0"/>
              </a:spcAft>
              <a:buSzPts val="1200"/>
              <a:buChar char="●"/>
            </a:pPr>
            <a:r>
              <a:rPr lang="en" sz="1200"/>
              <a:t>Software Development Methodology</a:t>
            </a:r>
            <a:endParaRPr sz="1200"/>
          </a:p>
          <a:p>
            <a:pPr marL="457200" lvl="0" indent="-304800" algn="l" rtl="0">
              <a:lnSpc>
                <a:spcPct val="150000"/>
              </a:lnSpc>
              <a:spcBef>
                <a:spcPts val="0"/>
              </a:spcBef>
              <a:spcAft>
                <a:spcPts val="0"/>
              </a:spcAft>
              <a:buSzPts val="1200"/>
              <a:buChar char="●"/>
            </a:pPr>
            <a:r>
              <a:rPr lang="en" sz="1200"/>
              <a:t>Proposed System Functionalities</a:t>
            </a:r>
            <a:endParaRPr sz="1200"/>
          </a:p>
          <a:p>
            <a:pPr marL="457200" lvl="0" indent="-292100" algn="l" rtl="0">
              <a:lnSpc>
                <a:spcPct val="150000"/>
              </a:lnSpc>
              <a:spcBef>
                <a:spcPts val="0"/>
              </a:spcBef>
              <a:spcAft>
                <a:spcPts val="0"/>
              </a:spcAft>
              <a:buSzPts val="1000"/>
              <a:buChar char="●"/>
            </a:pPr>
            <a:r>
              <a:rPr lang="en" sz="1200"/>
              <a:t>Hardware and Software Requirements</a:t>
            </a:r>
            <a:endParaRPr sz="1200"/>
          </a:p>
        </p:txBody>
      </p:sp>
      <p:sp>
        <p:nvSpPr>
          <p:cNvPr id="358" name="Google Shape;358;p47"/>
          <p:cNvSpPr txBox="1"/>
          <p:nvPr/>
        </p:nvSpPr>
        <p:spPr>
          <a:xfrm>
            <a:off x="3935450" y="1022800"/>
            <a:ext cx="2598900" cy="2373600"/>
          </a:xfrm>
          <a:prstGeom prst="rect">
            <a:avLst/>
          </a:prstGeom>
          <a:noFill/>
          <a:ln>
            <a:noFill/>
          </a:ln>
        </p:spPr>
        <p:txBody>
          <a:bodyPr spcFirstLastPara="1" wrap="square" lIns="91425" tIns="91425" rIns="91425" bIns="91425" anchor="t" anchorCtr="0">
            <a:noAutofit/>
          </a:bodyPr>
          <a:lstStyle/>
          <a:p>
            <a:pPr marL="457200" lvl="0" indent="-304800" algn="l" rtl="0">
              <a:lnSpc>
                <a:spcPct val="150000"/>
              </a:lnSpc>
              <a:spcBef>
                <a:spcPts val="1200"/>
              </a:spcBef>
              <a:spcAft>
                <a:spcPts val="0"/>
              </a:spcAft>
              <a:buSzPts val="1200"/>
              <a:buChar char="●"/>
            </a:pPr>
            <a:r>
              <a:rPr lang="en" sz="1200"/>
              <a:t>Interface Design</a:t>
            </a:r>
            <a:endParaRPr sz="1200"/>
          </a:p>
          <a:p>
            <a:pPr marL="457200" lvl="0" indent="-304800" algn="l" rtl="0">
              <a:lnSpc>
                <a:spcPct val="150000"/>
              </a:lnSpc>
              <a:spcBef>
                <a:spcPts val="0"/>
              </a:spcBef>
              <a:spcAft>
                <a:spcPts val="0"/>
              </a:spcAft>
              <a:buSzPts val="1200"/>
              <a:buChar char="●"/>
            </a:pPr>
            <a:r>
              <a:rPr lang="en" sz="1200"/>
              <a:t>Use Case </a:t>
            </a:r>
            <a:endParaRPr sz="1200"/>
          </a:p>
          <a:p>
            <a:pPr marL="457200" lvl="0" indent="-304800" algn="l" rtl="0">
              <a:lnSpc>
                <a:spcPct val="150000"/>
              </a:lnSpc>
              <a:spcBef>
                <a:spcPts val="0"/>
              </a:spcBef>
              <a:spcAft>
                <a:spcPts val="0"/>
              </a:spcAft>
              <a:buSzPts val="1200"/>
              <a:buChar char="●"/>
            </a:pPr>
            <a:r>
              <a:rPr lang="en" sz="1200"/>
              <a:t>Use Case and Actors</a:t>
            </a:r>
            <a:endParaRPr sz="1200"/>
          </a:p>
          <a:p>
            <a:pPr marL="457200" lvl="0" indent="-304800" algn="l" rtl="0">
              <a:lnSpc>
                <a:spcPct val="150000"/>
              </a:lnSpc>
              <a:spcBef>
                <a:spcPts val="0"/>
              </a:spcBef>
              <a:spcAft>
                <a:spcPts val="0"/>
              </a:spcAft>
              <a:buSzPts val="1200"/>
              <a:buChar char="●"/>
            </a:pPr>
            <a:r>
              <a:rPr lang="en" sz="1200"/>
              <a:t>Initial use case diagram</a:t>
            </a:r>
            <a:endParaRPr sz="1200"/>
          </a:p>
          <a:p>
            <a:pPr marL="457200" lvl="0" indent="-304800" algn="l" rtl="0">
              <a:lnSpc>
                <a:spcPct val="150000"/>
              </a:lnSpc>
              <a:spcBef>
                <a:spcPts val="0"/>
              </a:spcBef>
              <a:spcAft>
                <a:spcPts val="0"/>
              </a:spcAft>
              <a:buSzPts val="1200"/>
              <a:buChar char="●"/>
            </a:pPr>
            <a:r>
              <a:rPr lang="en" sz="1200"/>
              <a:t>Proposed System Architectural Design</a:t>
            </a:r>
            <a:endParaRPr sz="1200"/>
          </a:p>
          <a:p>
            <a:pPr marL="457200" lvl="0" indent="-304800" algn="l" rtl="0">
              <a:lnSpc>
                <a:spcPct val="150000"/>
              </a:lnSpc>
              <a:spcBef>
                <a:spcPts val="0"/>
              </a:spcBef>
              <a:spcAft>
                <a:spcPts val="0"/>
              </a:spcAft>
              <a:buSzPts val="1200"/>
              <a:buChar char="●"/>
            </a:pPr>
            <a:r>
              <a:rPr lang="en" sz="1200"/>
              <a:t>Project Risks</a:t>
            </a:r>
            <a:endParaRPr>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8"/>
          <p:cNvSpPr txBox="1">
            <a:spLocks noGrp="1"/>
          </p:cNvSpPr>
          <p:nvPr>
            <p:ph type="title"/>
          </p:nvPr>
        </p:nvSpPr>
        <p:spPr>
          <a:xfrm>
            <a:off x="190900" y="286200"/>
            <a:ext cx="6390300" cy="71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364" name="Google Shape;364;p48"/>
          <p:cNvSpPr txBox="1"/>
          <p:nvPr/>
        </p:nvSpPr>
        <p:spPr>
          <a:xfrm>
            <a:off x="284700" y="1003200"/>
            <a:ext cx="6693300" cy="332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800"/>
              <a:t>Normadica is a self-driving car concept similar to Uber, but privately owned. Imagine you own an electric self-driving car. While you’re at work, your car doesn’t sit idle. Instead, it operates as a rideshare vehicle, picking up and dropping off passengers who book it according to your availability. Once it’s done for the day, the car returns to you. This concept makes transportation more efficient, creates a passive source of income for vehicle owners, and contributes to boosting the economy by reducing wasted resources and increasing ride availability.</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9"/>
          <p:cNvSpPr txBox="1">
            <a:spLocks noGrp="1"/>
          </p:cNvSpPr>
          <p:nvPr>
            <p:ph type="title"/>
          </p:nvPr>
        </p:nvSpPr>
        <p:spPr>
          <a:xfrm>
            <a:off x="646500" y="1092800"/>
            <a:ext cx="7665300" cy="2055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Vision: An app that lets users easily schedule and manage self-driving car rides.</a:t>
            </a:r>
            <a:endParaRPr/>
          </a:p>
          <a:p>
            <a:pPr marL="0" lvl="0" indent="0" algn="l" rtl="0">
              <a:spcBef>
                <a:spcPts val="0"/>
              </a:spcBef>
              <a:spcAft>
                <a:spcPts val="0"/>
              </a:spcAft>
              <a:buNone/>
            </a:pPr>
            <a:endParaRPr/>
          </a:p>
          <a:p>
            <a:pPr marL="0" lvl="0" indent="0" algn="l" rtl="0">
              <a:spcBef>
                <a:spcPts val="0"/>
              </a:spcBef>
              <a:spcAft>
                <a:spcPts val="0"/>
              </a:spcAft>
              <a:buNone/>
            </a:pPr>
            <a:r>
              <a:rPr lang="en"/>
              <a:t>Scope: A prototype with booking updates, ride management and payment.</a:t>
            </a:r>
            <a:endParaRPr/>
          </a:p>
        </p:txBody>
      </p:sp>
      <p:sp>
        <p:nvSpPr>
          <p:cNvPr id="370" name="Google Shape;370;p49"/>
          <p:cNvSpPr txBox="1">
            <a:spLocks noGrp="1"/>
          </p:cNvSpPr>
          <p:nvPr>
            <p:ph type="subTitle" idx="1"/>
          </p:nvPr>
        </p:nvSpPr>
        <p:spPr>
          <a:xfrm>
            <a:off x="646500" y="503975"/>
            <a:ext cx="5994000" cy="500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400">
                <a:latin typeface="Fredoka"/>
                <a:ea typeface="Fredoka"/>
                <a:cs typeface="Fredoka"/>
                <a:sym typeface="Fredoka"/>
              </a:rPr>
              <a:t>Vision and Scope</a:t>
            </a:r>
            <a:endParaRPr sz="3400">
              <a:latin typeface="Fredoka"/>
              <a:ea typeface="Fredoka"/>
              <a:cs typeface="Fredoka"/>
              <a:sym typeface="Fredok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50"/>
          <p:cNvSpPr txBox="1">
            <a:spLocks noGrp="1"/>
          </p:cNvSpPr>
          <p:nvPr>
            <p:ph type="title"/>
          </p:nvPr>
        </p:nvSpPr>
        <p:spPr>
          <a:xfrm>
            <a:off x="2836900" y="1750850"/>
            <a:ext cx="5667300" cy="2559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a:t>Normadica makes electric car ownership useful by letting people earn money with their cars when they aren't using them. This gives riders more rides, shorter wait times, and possibly cheaper prices. It helps the business earn money through small fees or subscriptions and helps society by reducing traffic,encouraging electric car use, and  putting more money back into people’s pockets instead of big companies.</a:t>
            </a:r>
            <a:endParaRPr sz="1700"/>
          </a:p>
        </p:txBody>
      </p:sp>
      <p:sp>
        <p:nvSpPr>
          <p:cNvPr id="376" name="Google Shape;376;p50"/>
          <p:cNvSpPr txBox="1">
            <a:spLocks noGrp="1"/>
          </p:cNvSpPr>
          <p:nvPr>
            <p:ph type="subTitle" idx="1"/>
          </p:nvPr>
        </p:nvSpPr>
        <p:spPr>
          <a:xfrm>
            <a:off x="2836900" y="648000"/>
            <a:ext cx="5667300" cy="560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3400">
                <a:latin typeface="Fredoka"/>
                <a:ea typeface="Fredoka"/>
                <a:cs typeface="Fredoka"/>
                <a:sym typeface="Fredoka"/>
              </a:rPr>
              <a:t>Business Value</a:t>
            </a:r>
            <a:endParaRPr sz="3400">
              <a:latin typeface="Fredoka"/>
              <a:ea typeface="Fredoka"/>
              <a:cs typeface="Fredoka"/>
              <a:sym typeface="Fredok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51"/>
          <p:cNvSpPr txBox="1">
            <a:spLocks noGrp="1"/>
          </p:cNvSpPr>
          <p:nvPr>
            <p:ph type="body" idx="1"/>
          </p:nvPr>
        </p:nvSpPr>
        <p:spPr>
          <a:xfrm>
            <a:off x="4618950" y="954925"/>
            <a:ext cx="4240200" cy="3902400"/>
          </a:xfrm>
          <a:prstGeom prst="rect">
            <a:avLst/>
          </a:prstGeom>
        </p:spPr>
        <p:txBody>
          <a:bodyPr spcFirstLastPara="1" wrap="square" lIns="0" tIns="0" rIns="0" bIns="0" anchor="t" anchorCtr="0">
            <a:noAutofit/>
          </a:bodyPr>
          <a:lstStyle/>
          <a:p>
            <a:pPr marL="0" lvl="0" indent="0" algn="l" rtl="0">
              <a:spcBef>
                <a:spcPts val="0"/>
              </a:spcBef>
              <a:spcAft>
                <a:spcPts val="800"/>
              </a:spcAft>
              <a:buNone/>
            </a:pPr>
            <a:r>
              <a:rPr lang="en" sz="1300" b="1"/>
              <a:t>Long-term, normadica has a lot of promise, but it is difficult to put into effect right away due to a number of issues. Being in the early stages of self-driving technology is one of the primary problems. Self- Driving cars are still in the testing and development stages and are not yet generally accessible to the general public. It also means that the system would not be able to run on a big scale until the technology became more dependable and widespread. The price aspect of self-driving electric vehicles adds another challenge. In the short run, the majority of people might not be able to purchase one, which would make it more difficult to get enough automobile owners to sign up for the platform initially. Despite these challenges, Normadica has a feasible future if implemented gradually. Starting with studies in areas or towns where rules allowing self-driving cars are already in place would be a smart strategy.</a:t>
            </a:r>
            <a:endParaRPr sz="1300" b="1"/>
          </a:p>
        </p:txBody>
      </p:sp>
      <p:sp>
        <p:nvSpPr>
          <p:cNvPr id="382" name="Google Shape;382;p51"/>
          <p:cNvSpPr txBox="1">
            <a:spLocks noGrp="1"/>
          </p:cNvSpPr>
          <p:nvPr>
            <p:ph type="title"/>
          </p:nvPr>
        </p:nvSpPr>
        <p:spPr>
          <a:xfrm>
            <a:off x="4554900" y="286200"/>
            <a:ext cx="4240200" cy="11406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
              <a:t>Feasibility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2"/>
          <p:cNvSpPr txBox="1">
            <a:spLocks noGrp="1"/>
          </p:cNvSpPr>
          <p:nvPr>
            <p:ph type="body" idx="1"/>
          </p:nvPr>
        </p:nvSpPr>
        <p:spPr>
          <a:xfrm>
            <a:off x="4413925" y="1797750"/>
            <a:ext cx="4730100" cy="1730400"/>
          </a:xfrm>
          <a:prstGeom prst="rect">
            <a:avLst/>
          </a:prstGeom>
        </p:spPr>
        <p:txBody>
          <a:bodyPr spcFirstLastPara="1" wrap="square" lIns="0" tIns="0" rIns="0" bIns="0" anchor="t" anchorCtr="0">
            <a:noAutofit/>
          </a:bodyPr>
          <a:lstStyle/>
          <a:p>
            <a:pPr marL="0" lvl="0" indent="0" algn="l" rtl="0">
              <a:spcBef>
                <a:spcPts val="0"/>
              </a:spcBef>
              <a:spcAft>
                <a:spcPts val="800"/>
              </a:spcAft>
              <a:buNone/>
            </a:pPr>
            <a:r>
              <a:rPr lang="en" sz="2200"/>
              <a:t>For this project we will be using the Agile methodology, it allows us to work in small leaps, and test each part and adjust errors quickly. This makes it easier to build a reliable system for normadica and keep improving it based on user feedback.</a:t>
            </a:r>
            <a:endParaRPr sz="2200"/>
          </a:p>
        </p:txBody>
      </p:sp>
      <p:sp>
        <p:nvSpPr>
          <p:cNvPr id="388" name="Google Shape;388;p52"/>
          <p:cNvSpPr txBox="1">
            <a:spLocks noGrp="1"/>
          </p:cNvSpPr>
          <p:nvPr>
            <p:ph type="title"/>
          </p:nvPr>
        </p:nvSpPr>
        <p:spPr>
          <a:xfrm>
            <a:off x="4484600" y="198100"/>
            <a:ext cx="4557000" cy="9693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
              <a:t>Software Development Methodology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3"/>
          <p:cNvSpPr txBox="1">
            <a:spLocks noGrp="1"/>
          </p:cNvSpPr>
          <p:nvPr>
            <p:ph type="title"/>
          </p:nvPr>
        </p:nvSpPr>
        <p:spPr>
          <a:xfrm>
            <a:off x="431200" y="467100"/>
            <a:ext cx="6009300" cy="56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solidFill>
                  <a:schemeClr val="accent2"/>
                </a:solidFill>
              </a:rPr>
              <a:t>Proposed System functionalities</a:t>
            </a:r>
            <a:endParaRPr>
              <a:solidFill>
                <a:schemeClr val="accent2"/>
              </a:solidFill>
            </a:endParaRPr>
          </a:p>
        </p:txBody>
      </p:sp>
      <p:sp>
        <p:nvSpPr>
          <p:cNvPr id="394" name="Google Shape;394;p53"/>
          <p:cNvSpPr txBox="1"/>
          <p:nvPr/>
        </p:nvSpPr>
        <p:spPr>
          <a:xfrm>
            <a:off x="614950" y="1120400"/>
            <a:ext cx="7535700" cy="327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1"/>
                </a:solidFill>
                <a:latin typeface="Fredoka Medium"/>
                <a:ea typeface="Fredoka Medium"/>
                <a:cs typeface="Fredoka Medium"/>
                <a:sym typeface="Fredoka Medium"/>
              </a:rPr>
              <a:t>The proposed Normadica system will function as a platform that connects drivers who want to get the most out of their self-driving electric cars with passengers who are looking for easy transportation. Key features of the platform will include the following:</a:t>
            </a:r>
            <a:endParaRPr>
              <a:solidFill>
                <a:schemeClr val="lt1"/>
              </a:solidFill>
              <a:latin typeface="Fredoka Medium"/>
              <a:ea typeface="Fredoka Medium"/>
              <a:cs typeface="Fredoka Medium"/>
              <a:sym typeface="Fredoka Medium"/>
            </a:endParaRPr>
          </a:p>
          <a:p>
            <a:pPr marL="457200" lvl="0" indent="-419100" algn="l" rtl="0">
              <a:spcBef>
                <a:spcPts val="0"/>
              </a:spcBef>
              <a:spcAft>
                <a:spcPts val="0"/>
              </a:spcAft>
              <a:buClr>
                <a:schemeClr val="lt1"/>
              </a:buClr>
              <a:buSzPts val="3000"/>
              <a:buFont typeface="Fredoka Medium"/>
              <a:buChar char="●"/>
            </a:pPr>
            <a:r>
              <a:rPr lang="en" sz="3300">
                <a:solidFill>
                  <a:schemeClr val="lt1"/>
                </a:solidFill>
                <a:latin typeface="Fredoka Medium"/>
                <a:ea typeface="Fredoka Medium"/>
                <a:cs typeface="Fredoka Medium"/>
                <a:sym typeface="Fredoka Medium"/>
              </a:rPr>
              <a:t> </a:t>
            </a:r>
            <a:r>
              <a:rPr lang="en">
                <a:solidFill>
                  <a:schemeClr val="lt1"/>
                </a:solidFill>
                <a:latin typeface="Fredoka Medium"/>
                <a:ea typeface="Fredoka Medium"/>
                <a:cs typeface="Fredoka Medium"/>
                <a:sym typeface="Fredoka Medium"/>
              </a:rPr>
              <a:t>Account Management: Users will be able to register, log in, and log out securely.</a:t>
            </a:r>
            <a:endParaRPr>
              <a:solidFill>
                <a:schemeClr val="lt1"/>
              </a:solidFill>
              <a:latin typeface="Fredoka Medium"/>
              <a:ea typeface="Fredoka Medium"/>
              <a:cs typeface="Fredoka Medium"/>
              <a:sym typeface="Fredoka Medium"/>
            </a:endParaRPr>
          </a:p>
          <a:p>
            <a:pPr marL="457200" lvl="0" indent="-317500" algn="l" rtl="0">
              <a:spcBef>
                <a:spcPts val="0"/>
              </a:spcBef>
              <a:spcAft>
                <a:spcPts val="0"/>
              </a:spcAft>
              <a:buClr>
                <a:schemeClr val="lt1"/>
              </a:buClr>
              <a:buSzPts val="1400"/>
              <a:buFont typeface="Fredoka Medium"/>
              <a:buChar char="●"/>
            </a:pPr>
            <a:r>
              <a:rPr lang="en">
                <a:solidFill>
                  <a:schemeClr val="lt1"/>
                </a:solidFill>
                <a:latin typeface="Fredoka Medium"/>
                <a:ea typeface="Fredoka Medium"/>
                <a:cs typeface="Fredoka Medium"/>
                <a:sym typeface="Fredoka Medium"/>
              </a:rPr>
              <a:t>Ride Booking: Passengers can enter their destination, view cost, and confirm their ride.</a:t>
            </a:r>
            <a:endParaRPr>
              <a:solidFill>
                <a:schemeClr val="lt1"/>
              </a:solidFill>
              <a:latin typeface="Fredoka Medium"/>
              <a:ea typeface="Fredoka Medium"/>
              <a:cs typeface="Fredoka Medium"/>
              <a:sym typeface="Fredoka Medium"/>
            </a:endParaRPr>
          </a:p>
          <a:p>
            <a:pPr marL="457200" lvl="0" indent="-317500" algn="l" rtl="0">
              <a:spcBef>
                <a:spcPts val="0"/>
              </a:spcBef>
              <a:spcAft>
                <a:spcPts val="0"/>
              </a:spcAft>
              <a:buClr>
                <a:schemeClr val="lt1"/>
              </a:buClr>
              <a:buSzPts val="1400"/>
              <a:buFont typeface="Fredoka Medium"/>
              <a:buChar char="●"/>
            </a:pPr>
            <a:r>
              <a:rPr lang="en">
                <a:solidFill>
                  <a:schemeClr val="lt1"/>
                </a:solidFill>
                <a:latin typeface="Fredoka Medium"/>
                <a:ea typeface="Fredoka Medium"/>
                <a:cs typeface="Fredoka Medium"/>
                <a:sym typeface="Fredoka Medium"/>
              </a:rPr>
              <a:t>Ride Cancellation: Users have the option to cancel a ride, and the system will apply cancellation policies and issue refunds as necessary.</a:t>
            </a:r>
            <a:endParaRPr>
              <a:solidFill>
                <a:schemeClr val="lt1"/>
              </a:solidFill>
              <a:latin typeface="Fredoka Medium"/>
              <a:ea typeface="Fredoka Medium"/>
              <a:cs typeface="Fredoka Medium"/>
              <a:sym typeface="Fredoka Medium"/>
            </a:endParaRPr>
          </a:p>
          <a:p>
            <a:pPr marL="457200" lvl="0" indent="-317500" algn="l" rtl="0">
              <a:spcBef>
                <a:spcPts val="0"/>
              </a:spcBef>
              <a:spcAft>
                <a:spcPts val="0"/>
              </a:spcAft>
              <a:buClr>
                <a:schemeClr val="lt1"/>
              </a:buClr>
              <a:buSzPts val="1400"/>
              <a:buFont typeface="Fredoka Medium"/>
              <a:buChar char="●"/>
            </a:pPr>
            <a:r>
              <a:rPr lang="en">
                <a:solidFill>
                  <a:schemeClr val="lt1"/>
                </a:solidFill>
                <a:latin typeface="Fredoka Medium"/>
                <a:ea typeface="Fredoka Medium"/>
                <a:cs typeface="Fredoka Medium"/>
                <a:sym typeface="Fredoka Medium"/>
              </a:rPr>
              <a:t>Car Availability Management: Owners can set their car to “Start” or “Stop” availability, deciding when the car can accept ride requests.</a:t>
            </a:r>
            <a:endParaRPr>
              <a:solidFill>
                <a:schemeClr val="lt1"/>
              </a:solidFill>
              <a:latin typeface="Fredoka Medium"/>
              <a:ea typeface="Fredoka Medium"/>
              <a:cs typeface="Fredoka Medium"/>
              <a:sym typeface="Fredoka Medium"/>
            </a:endParaRPr>
          </a:p>
          <a:p>
            <a:pPr marL="457200" lvl="0" indent="-317500" algn="l" rtl="0">
              <a:spcBef>
                <a:spcPts val="0"/>
              </a:spcBef>
              <a:spcAft>
                <a:spcPts val="0"/>
              </a:spcAft>
              <a:buClr>
                <a:schemeClr val="lt1"/>
              </a:buClr>
              <a:buSzPts val="1400"/>
              <a:buFont typeface="Fredoka Medium"/>
              <a:buChar char="●"/>
            </a:pPr>
            <a:r>
              <a:rPr lang="en">
                <a:solidFill>
                  <a:schemeClr val="lt1"/>
                </a:solidFill>
                <a:latin typeface="Fredoka Medium"/>
                <a:ea typeface="Fredoka Medium"/>
                <a:cs typeface="Fredoka Medium"/>
                <a:sym typeface="Fredoka Medium"/>
              </a:rPr>
              <a:t>Work Hour Scheduling: Owners can set up regular schedules, such as 9 to 5 on weekdays and all day on weekends, during which the vehicle will function as a rideshare vehicle automatically.</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54"/>
          <p:cNvSpPr txBox="1">
            <a:spLocks noGrp="1"/>
          </p:cNvSpPr>
          <p:nvPr>
            <p:ph type="title"/>
          </p:nvPr>
        </p:nvSpPr>
        <p:spPr>
          <a:xfrm>
            <a:off x="368675" y="575350"/>
            <a:ext cx="6009300" cy="904500"/>
          </a:xfrm>
          <a:prstGeom prst="rect">
            <a:avLst/>
          </a:prstGeom>
        </p:spPr>
        <p:txBody>
          <a:bodyPr spcFirstLastPara="1" wrap="square" lIns="91425" tIns="91425" rIns="91425" bIns="91425" anchor="t" anchorCtr="0">
            <a:noAutofit/>
          </a:bodyPr>
          <a:lstStyle/>
          <a:p>
            <a:pPr marL="457200" lvl="0" indent="0" algn="l" rtl="0">
              <a:lnSpc>
                <a:spcPct val="150000"/>
              </a:lnSpc>
              <a:spcBef>
                <a:spcPts val="1200"/>
              </a:spcBef>
              <a:spcAft>
                <a:spcPts val="0"/>
              </a:spcAft>
              <a:buNone/>
            </a:pPr>
            <a:r>
              <a:rPr lang="en" sz="2400">
                <a:solidFill>
                  <a:srgbClr val="9900FF"/>
                </a:solidFill>
              </a:rPr>
              <a:t>Hardware and Software Requirements</a:t>
            </a:r>
            <a:endParaRPr sz="2400">
              <a:solidFill>
                <a:srgbClr val="9900FF"/>
              </a:solidFill>
            </a:endParaRPr>
          </a:p>
          <a:p>
            <a:pPr marL="0" lvl="0" indent="0" algn="l" rtl="0">
              <a:spcBef>
                <a:spcPts val="1200"/>
              </a:spcBef>
              <a:spcAft>
                <a:spcPts val="0"/>
              </a:spcAft>
              <a:buNone/>
            </a:pPr>
            <a:endParaRPr/>
          </a:p>
        </p:txBody>
      </p:sp>
      <p:sp>
        <p:nvSpPr>
          <p:cNvPr id="400" name="Google Shape;400;p54"/>
          <p:cNvSpPr txBox="1"/>
          <p:nvPr/>
        </p:nvSpPr>
        <p:spPr>
          <a:xfrm>
            <a:off x="1037600" y="1561700"/>
            <a:ext cx="7362900" cy="3109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1200"/>
              </a:spcBef>
              <a:spcAft>
                <a:spcPts val="0"/>
              </a:spcAft>
              <a:buNone/>
            </a:pPr>
            <a:r>
              <a:rPr lang="en" sz="1800"/>
              <a:t>Software Requirements: Python, HTML, Css, PHP will be the main technologies used to develop the application.</a:t>
            </a:r>
            <a:endParaRPr sz="1800"/>
          </a:p>
          <a:p>
            <a:pPr marL="0" lvl="0" indent="0" algn="l" rtl="0">
              <a:lnSpc>
                <a:spcPct val="150000"/>
              </a:lnSpc>
              <a:spcBef>
                <a:spcPts val="1200"/>
              </a:spcBef>
              <a:spcAft>
                <a:spcPts val="1200"/>
              </a:spcAft>
              <a:buNone/>
            </a:pPr>
            <a:r>
              <a:rPr lang="en" sz="1800"/>
              <a:t>Hardware Requirement: Any person with a mobile device will be able to access the application without needing to download it. The vehicles self driving system will be used to deliver the passenger to their destination while displaying route information, estimated time, and map on the infotainment display.</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55"/>
          <p:cNvSpPr txBox="1"/>
          <p:nvPr/>
        </p:nvSpPr>
        <p:spPr>
          <a:xfrm>
            <a:off x="1215475" y="348325"/>
            <a:ext cx="6314400" cy="64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400">
                <a:solidFill>
                  <a:schemeClr val="lt1"/>
                </a:solidFill>
                <a:latin typeface="Inter"/>
                <a:ea typeface="Inter"/>
                <a:cs typeface="Inter"/>
                <a:sym typeface="Inter"/>
              </a:rPr>
              <a:t>Interface Design</a:t>
            </a:r>
            <a:endParaRPr sz="3400">
              <a:solidFill>
                <a:schemeClr val="lt1"/>
              </a:solidFill>
              <a:latin typeface="Inter"/>
              <a:ea typeface="Inter"/>
              <a:cs typeface="Inter"/>
              <a:sym typeface="Inter"/>
            </a:endParaRPr>
          </a:p>
        </p:txBody>
      </p:sp>
      <p:pic>
        <p:nvPicPr>
          <p:cNvPr id="406" name="Google Shape;406;p55" title="image0.png"/>
          <p:cNvPicPr preferRelativeResize="0"/>
          <p:nvPr/>
        </p:nvPicPr>
        <p:blipFill>
          <a:blip r:embed="rId3">
            <a:alphaModFix/>
          </a:blip>
          <a:stretch>
            <a:fillRect/>
          </a:stretch>
        </p:blipFill>
        <p:spPr>
          <a:xfrm>
            <a:off x="6125774" y="1077000"/>
            <a:ext cx="1750150" cy="3211750"/>
          </a:xfrm>
          <a:prstGeom prst="rect">
            <a:avLst/>
          </a:prstGeom>
          <a:noFill/>
          <a:ln>
            <a:noFill/>
          </a:ln>
        </p:spPr>
      </p:pic>
      <p:sp>
        <p:nvSpPr>
          <p:cNvPr id="407" name="Google Shape;407;p55"/>
          <p:cNvSpPr txBox="1"/>
          <p:nvPr/>
        </p:nvSpPr>
        <p:spPr>
          <a:xfrm>
            <a:off x="6255950" y="4372725"/>
            <a:ext cx="1489800" cy="39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Inter"/>
                <a:ea typeface="Inter"/>
                <a:cs typeface="Inter"/>
                <a:sym typeface="Inter"/>
              </a:rPr>
              <a:t>User Ride request</a:t>
            </a:r>
            <a:endParaRPr sz="1200">
              <a:solidFill>
                <a:schemeClr val="lt1"/>
              </a:solidFill>
              <a:latin typeface="Inter"/>
              <a:ea typeface="Inter"/>
              <a:cs typeface="Inter"/>
              <a:sym typeface="Inter"/>
            </a:endParaRPr>
          </a:p>
        </p:txBody>
      </p:sp>
      <p:sp>
        <p:nvSpPr>
          <p:cNvPr id="408" name="Google Shape;408;p55"/>
          <p:cNvSpPr txBox="1"/>
          <p:nvPr/>
        </p:nvSpPr>
        <p:spPr>
          <a:xfrm>
            <a:off x="1667550" y="4387550"/>
            <a:ext cx="1578600" cy="39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solidFill>
                <a:schemeClr val="lt1"/>
              </a:solidFill>
              <a:latin typeface="Inter"/>
              <a:ea typeface="Inter"/>
              <a:cs typeface="Inter"/>
              <a:sym typeface="Inter"/>
            </a:endParaRPr>
          </a:p>
        </p:txBody>
      </p:sp>
      <p:sp>
        <p:nvSpPr>
          <p:cNvPr id="409" name="Google Shape;409;p55"/>
          <p:cNvSpPr txBox="1"/>
          <p:nvPr/>
        </p:nvSpPr>
        <p:spPr>
          <a:xfrm>
            <a:off x="1608275" y="4372750"/>
            <a:ext cx="1245000" cy="39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Inter"/>
                <a:ea typeface="Inter"/>
                <a:cs typeface="Inter"/>
                <a:sym typeface="Inter"/>
              </a:rPr>
              <a:t>Login Screen</a:t>
            </a:r>
            <a:endParaRPr sz="1200">
              <a:solidFill>
                <a:schemeClr val="lt1"/>
              </a:solidFill>
              <a:latin typeface="Inter"/>
              <a:ea typeface="Inter"/>
              <a:cs typeface="Inter"/>
              <a:sym typeface="Inter"/>
            </a:endParaRPr>
          </a:p>
        </p:txBody>
      </p:sp>
      <p:sp>
        <p:nvSpPr>
          <p:cNvPr id="410" name="Google Shape;410;p55"/>
          <p:cNvSpPr txBox="1"/>
          <p:nvPr/>
        </p:nvSpPr>
        <p:spPr>
          <a:xfrm>
            <a:off x="3809825" y="4357900"/>
            <a:ext cx="1578600" cy="39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Inter"/>
                <a:ea typeface="Inter"/>
                <a:cs typeface="Inter"/>
                <a:sym typeface="Inter"/>
              </a:rPr>
              <a:t>Owner operations</a:t>
            </a:r>
            <a:endParaRPr sz="1200">
              <a:solidFill>
                <a:schemeClr val="lt1"/>
              </a:solidFill>
              <a:latin typeface="Inter"/>
              <a:ea typeface="Inter"/>
              <a:cs typeface="Inter"/>
              <a:sym typeface="Inter"/>
            </a:endParaRPr>
          </a:p>
        </p:txBody>
      </p:sp>
      <p:pic>
        <p:nvPicPr>
          <p:cNvPr id="411" name="Google Shape;411;p55" title="login.png"/>
          <p:cNvPicPr preferRelativeResize="0"/>
          <p:nvPr/>
        </p:nvPicPr>
        <p:blipFill>
          <a:blip r:embed="rId4">
            <a:alphaModFix/>
          </a:blip>
          <a:stretch>
            <a:fillRect/>
          </a:stretch>
        </p:blipFill>
        <p:spPr>
          <a:xfrm>
            <a:off x="1274175" y="1075575"/>
            <a:ext cx="1750151" cy="3214623"/>
          </a:xfrm>
          <a:prstGeom prst="rect">
            <a:avLst/>
          </a:prstGeom>
          <a:noFill/>
          <a:ln>
            <a:noFill/>
          </a:ln>
        </p:spPr>
      </p:pic>
      <p:pic>
        <p:nvPicPr>
          <p:cNvPr id="412" name="Google Shape;412;p55" title="image0 (2).png"/>
          <p:cNvPicPr preferRelativeResize="0"/>
          <p:nvPr/>
        </p:nvPicPr>
        <p:blipFill>
          <a:blip r:embed="rId5">
            <a:alphaModFix/>
          </a:blip>
          <a:stretch>
            <a:fillRect/>
          </a:stretch>
        </p:blipFill>
        <p:spPr>
          <a:xfrm>
            <a:off x="3659988" y="1075575"/>
            <a:ext cx="1796374" cy="3290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56"/>
          <p:cNvSpPr txBox="1">
            <a:spLocks noGrp="1"/>
          </p:cNvSpPr>
          <p:nvPr>
            <p:ph type="title"/>
          </p:nvPr>
        </p:nvSpPr>
        <p:spPr>
          <a:xfrm>
            <a:off x="631075" y="597925"/>
            <a:ext cx="5038500" cy="75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Case:</a:t>
            </a:r>
            <a:endParaRPr/>
          </a:p>
        </p:txBody>
      </p:sp>
      <p:sp>
        <p:nvSpPr>
          <p:cNvPr id="418" name="Google Shape;418;p56"/>
          <p:cNvSpPr txBox="1"/>
          <p:nvPr/>
        </p:nvSpPr>
        <p:spPr>
          <a:xfrm>
            <a:off x="754575" y="1499150"/>
            <a:ext cx="4215000" cy="100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Car Owner Sets Car Availability:</a:t>
            </a:r>
            <a:endParaRPr sz="1200" b="1"/>
          </a:p>
          <a:p>
            <a:pPr marL="0" lvl="0" indent="0" algn="l" rtl="0">
              <a:spcBef>
                <a:spcPts val="0"/>
              </a:spcBef>
              <a:spcAft>
                <a:spcPts val="0"/>
              </a:spcAft>
              <a:buNone/>
            </a:pPr>
            <a:r>
              <a:rPr lang="en" sz="1200"/>
              <a:t>Car owner uses the app to set the hours their self-driving vehicle is available for ride-sharing. System updates the schedule and makes the vehicle available for bookings during that time.</a:t>
            </a:r>
            <a:endParaRPr>
              <a:solidFill>
                <a:schemeClr val="lt1"/>
              </a:solidFill>
              <a:latin typeface="Inter"/>
              <a:ea typeface="Inter"/>
              <a:cs typeface="Inter"/>
              <a:sym typeface="Inter"/>
            </a:endParaRPr>
          </a:p>
        </p:txBody>
      </p:sp>
      <p:sp>
        <p:nvSpPr>
          <p:cNvPr id="419" name="Google Shape;419;p56"/>
          <p:cNvSpPr txBox="1"/>
          <p:nvPr/>
        </p:nvSpPr>
        <p:spPr>
          <a:xfrm>
            <a:off x="789175" y="2623700"/>
            <a:ext cx="48321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t>Rider Books a Ride:</a:t>
            </a:r>
            <a:endParaRPr sz="1200" b="1"/>
          </a:p>
          <a:p>
            <a:pPr marL="0" lvl="0" indent="0" algn="l" rtl="0">
              <a:spcBef>
                <a:spcPts val="0"/>
              </a:spcBef>
              <a:spcAft>
                <a:spcPts val="0"/>
              </a:spcAft>
              <a:buNone/>
            </a:pPr>
            <a:r>
              <a:rPr lang="en" sz="1200"/>
              <a:t>Rider opens the app, enters pickup and drop-off locations. The app calculates the optimal route and assigns an available self-driving car. Rider confirms and receives estimated fare and arrival time.</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57"/>
          <p:cNvSpPr txBox="1">
            <a:spLocks noGrp="1"/>
          </p:cNvSpPr>
          <p:nvPr>
            <p:ph type="title"/>
          </p:nvPr>
        </p:nvSpPr>
        <p:spPr>
          <a:xfrm>
            <a:off x="1126525" y="591000"/>
            <a:ext cx="5729400" cy="75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Case and Actors</a:t>
            </a:r>
            <a:endParaRPr/>
          </a:p>
          <a:p>
            <a:pPr marL="0" lvl="0" indent="0" algn="l" rtl="0">
              <a:spcBef>
                <a:spcPts val="0"/>
              </a:spcBef>
              <a:spcAft>
                <a:spcPts val="0"/>
              </a:spcAft>
              <a:buNone/>
            </a:pPr>
            <a:endParaRPr/>
          </a:p>
        </p:txBody>
      </p:sp>
      <p:sp>
        <p:nvSpPr>
          <p:cNvPr id="425" name="Google Shape;425;p57"/>
          <p:cNvSpPr txBox="1"/>
          <p:nvPr/>
        </p:nvSpPr>
        <p:spPr>
          <a:xfrm>
            <a:off x="1126525" y="1454150"/>
            <a:ext cx="6099300" cy="47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lt1"/>
                </a:solidFill>
                <a:latin typeface="Inter"/>
                <a:ea typeface="Inter"/>
                <a:cs typeface="Inter"/>
                <a:sym typeface="Inter"/>
              </a:rPr>
              <a:t>Actors:</a:t>
            </a:r>
            <a:r>
              <a:rPr lang="en" sz="1200">
                <a:solidFill>
                  <a:schemeClr val="lt1"/>
                </a:solidFill>
                <a:latin typeface="Inter"/>
                <a:ea typeface="Inter"/>
                <a:cs typeface="Inter"/>
                <a:sym typeface="Inter"/>
              </a:rPr>
              <a:t> Rider, Car Owner, System Admin, GPS/Mapping System.</a:t>
            </a:r>
            <a:endParaRPr sz="1200">
              <a:solidFill>
                <a:schemeClr val="lt1"/>
              </a:solidFill>
              <a:latin typeface="Inter"/>
              <a:ea typeface="Inter"/>
              <a:cs typeface="Inter"/>
              <a:sym typeface="Inter"/>
            </a:endParaRPr>
          </a:p>
        </p:txBody>
      </p:sp>
      <p:sp>
        <p:nvSpPr>
          <p:cNvPr id="426" name="Google Shape;426;p57"/>
          <p:cNvSpPr txBox="1"/>
          <p:nvPr/>
        </p:nvSpPr>
        <p:spPr>
          <a:xfrm>
            <a:off x="1126525" y="1862175"/>
            <a:ext cx="6248100" cy="234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Inter"/>
                <a:ea typeface="Inter"/>
                <a:cs typeface="Inter"/>
                <a:sym typeface="Inter"/>
              </a:rPr>
              <a:t>In the Normadica system, riders can book rides by entering their pickup and destination into the app, where the GPS calculates the optimal route and requests a nearby available self-driving car. Car owners manage their vehicles by setting availability through the app, allowing the system to update the schedule accordingly. Once a request is made, the system assigns the trip to the nearest available car and sends confirmation to both the rider and the vehicle. During the trip, the GPS system continuously provides real time navigation and adjusts routes if traffic or roadblocks occur. Meanwhile, system administrators oversee the platform by managing fleet data, adding new cars, updating software, and monitoring ride transactions.</a:t>
            </a:r>
            <a:endParaRPr sz="1200">
              <a:solidFill>
                <a:schemeClr val="lt1"/>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8"/>
          <p:cNvSpPr txBox="1">
            <a:spLocks noGrp="1"/>
          </p:cNvSpPr>
          <p:nvPr>
            <p:ph type="title"/>
          </p:nvPr>
        </p:nvSpPr>
        <p:spPr>
          <a:xfrm>
            <a:off x="656550" y="286200"/>
            <a:ext cx="4360200" cy="82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Case Diagram:</a:t>
            </a:r>
            <a:endParaRPr/>
          </a:p>
        </p:txBody>
      </p:sp>
      <p:pic>
        <p:nvPicPr>
          <p:cNvPr id="432" name="Google Shape;432;p58"/>
          <p:cNvPicPr preferRelativeResize="0"/>
          <p:nvPr/>
        </p:nvPicPr>
        <p:blipFill>
          <a:blip r:embed="rId3">
            <a:alphaModFix/>
          </a:blip>
          <a:stretch>
            <a:fillRect/>
          </a:stretch>
        </p:blipFill>
        <p:spPr>
          <a:xfrm>
            <a:off x="602850" y="836375"/>
            <a:ext cx="7397401" cy="3847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59"/>
          <p:cNvSpPr txBox="1">
            <a:spLocks noGrp="1"/>
          </p:cNvSpPr>
          <p:nvPr>
            <p:ph type="title"/>
          </p:nvPr>
        </p:nvSpPr>
        <p:spPr>
          <a:xfrm>
            <a:off x="665700" y="591000"/>
            <a:ext cx="6009300" cy="72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System Architecture</a:t>
            </a:r>
            <a:endParaRPr/>
          </a:p>
        </p:txBody>
      </p:sp>
      <p:sp>
        <p:nvSpPr>
          <p:cNvPr id="438" name="Google Shape;438;p59"/>
          <p:cNvSpPr txBox="1"/>
          <p:nvPr/>
        </p:nvSpPr>
        <p:spPr>
          <a:xfrm>
            <a:off x="1378525" y="1489700"/>
            <a:ext cx="6499800" cy="277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solidFill>
                <a:schemeClr val="lt1"/>
              </a:solidFill>
              <a:latin typeface="Inter"/>
              <a:ea typeface="Inter"/>
              <a:cs typeface="Inter"/>
              <a:sym typeface="Inter"/>
            </a:endParaRPr>
          </a:p>
        </p:txBody>
      </p:sp>
      <p:pic>
        <p:nvPicPr>
          <p:cNvPr id="439" name="Google Shape;439;p59" title="image0 (3).png"/>
          <p:cNvPicPr preferRelativeResize="0"/>
          <p:nvPr/>
        </p:nvPicPr>
        <p:blipFill>
          <a:blip r:embed="rId3">
            <a:alphaModFix/>
          </a:blip>
          <a:stretch>
            <a:fillRect/>
          </a:stretch>
        </p:blipFill>
        <p:spPr>
          <a:xfrm>
            <a:off x="1943975" y="1334025"/>
            <a:ext cx="4251951" cy="3090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60"/>
          <p:cNvSpPr txBox="1">
            <a:spLocks noGrp="1"/>
          </p:cNvSpPr>
          <p:nvPr>
            <p:ph type="title"/>
          </p:nvPr>
        </p:nvSpPr>
        <p:spPr>
          <a:xfrm>
            <a:off x="665700" y="591000"/>
            <a:ext cx="6009300" cy="134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Project Risks </a:t>
            </a:r>
            <a:endParaRPr/>
          </a:p>
        </p:txBody>
      </p:sp>
      <p:sp>
        <p:nvSpPr>
          <p:cNvPr id="445" name="Google Shape;445;p60"/>
          <p:cNvSpPr txBox="1"/>
          <p:nvPr/>
        </p:nvSpPr>
        <p:spPr>
          <a:xfrm>
            <a:off x="1363700" y="1422975"/>
            <a:ext cx="5958900" cy="2912700"/>
          </a:xfrm>
          <a:prstGeom prst="rect">
            <a:avLst/>
          </a:prstGeom>
          <a:noFill/>
          <a:ln>
            <a:noFill/>
          </a:ln>
        </p:spPr>
        <p:txBody>
          <a:bodyPr spcFirstLastPara="1" wrap="square" lIns="91425" tIns="91425" rIns="91425" bIns="91425" anchor="t" anchorCtr="0">
            <a:noAutofit/>
          </a:bodyPr>
          <a:lstStyle/>
          <a:p>
            <a:pPr marL="457200" lvl="0" indent="-336550" algn="l" rtl="0">
              <a:lnSpc>
                <a:spcPct val="150000"/>
              </a:lnSpc>
              <a:spcBef>
                <a:spcPts val="0"/>
              </a:spcBef>
              <a:spcAft>
                <a:spcPts val="0"/>
              </a:spcAft>
              <a:buClr>
                <a:schemeClr val="lt1"/>
              </a:buClr>
              <a:buSzPts val="1700"/>
              <a:buFont typeface="Inter"/>
              <a:buChar char="●"/>
            </a:pPr>
            <a:r>
              <a:rPr lang="en" sz="1700">
                <a:solidFill>
                  <a:schemeClr val="lt1"/>
                </a:solidFill>
                <a:latin typeface="Inter"/>
                <a:ea typeface="Inter"/>
                <a:cs typeface="Inter"/>
                <a:sym typeface="Inter"/>
              </a:rPr>
              <a:t>Vehicle software incompatibility </a:t>
            </a:r>
            <a:endParaRPr sz="1700">
              <a:solidFill>
                <a:schemeClr val="lt1"/>
              </a:solidFill>
              <a:latin typeface="Inter"/>
              <a:ea typeface="Inter"/>
              <a:cs typeface="Inter"/>
              <a:sym typeface="Inter"/>
            </a:endParaRPr>
          </a:p>
          <a:p>
            <a:pPr marL="457200" lvl="0" indent="-336550" algn="l" rtl="0">
              <a:lnSpc>
                <a:spcPct val="150000"/>
              </a:lnSpc>
              <a:spcBef>
                <a:spcPts val="0"/>
              </a:spcBef>
              <a:spcAft>
                <a:spcPts val="0"/>
              </a:spcAft>
              <a:buClr>
                <a:schemeClr val="lt1"/>
              </a:buClr>
              <a:buSzPts val="1700"/>
              <a:buFont typeface="Inter"/>
              <a:buChar char="●"/>
            </a:pPr>
            <a:r>
              <a:rPr lang="en" sz="1700">
                <a:solidFill>
                  <a:schemeClr val="lt1"/>
                </a:solidFill>
                <a:latin typeface="Inter"/>
                <a:ea typeface="Inter"/>
                <a:cs typeface="Inter"/>
                <a:sym typeface="Inter"/>
              </a:rPr>
              <a:t>Uncooperative vehicle manufactures </a:t>
            </a:r>
            <a:endParaRPr sz="1700">
              <a:solidFill>
                <a:schemeClr val="lt1"/>
              </a:solidFill>
              <a:latin typeface="Inter"/>
              <a:ea typeface="Inter"/>
              <a:cs typeface="Inter"/>
              <a:sym typeface="Inter"/>
            </a:endParaRPr>
          </a:p>
          <a:p>
            <a:pPr marL="457200" lvl="0" indent="-336550" algn="l" rtl="0">
              <a:lnSpc>
                <a:spcPct val="150000"/>
              </a:lnSpc>
              <a:spcBef>
                <a:spcPts val="0"/>
              </a:spcBef>
              <a:spcAft>
                <a:spcPts val="0"/>
              </a:spcAft>
              <a:buClr>
                <a:schemeClr val="lt1"/>
              </a:buClr>
              <a:buSzPts val="1700"/>
              <a:buFont typeface="Inter"/>
              <a:buChar char="●"/>
            </a:pPr>
            <a:r>
              <a:rPr lang="en" sz="1700">
                <a:solidFill>
                  <a:schemeClr val="lt1"/>
                </a:solidFill>
                <a:latin typeface="Inter"/>
                <a:ea typeface="Inter"/>
                <a:cs typeface="Inter"/>
                <a:sym typeface="Inter"/>
              </a:rPr>
              <a:t>Legislation restricting or limiting services</a:t>
            </a:r>
            <a:endParaRPr sz="1700">
              <a:solidFill>
                <a:schemeClr val="lt1"/>
              </a:solidFill>
              <a:latin typeface="Inter"/>
              <a:ea typeface="Inter"/>
              <a:cs typeface="Inter"/>
              <a:sym typeface="Inter"/>
            </a:endParaRPr>
          </a:p>
          <a:p>
            <a:pPr marL="457200" lvl="0" indent="-336550" algn="l" rtl="0">
              <a:lnSpc>
                <a:spcPct val="150000"/>
              </a:lnSpc>
              <a:spcBef>
                <a:spcPts val="0"/>
              </a:spcBef>
              <a:spcAft>
                <a:spcPts val="0"/>
              </a:spcAft>
              <a:buClr>
                <a:schemeClr val="lt1"/>
              </a:buClr>
              <a:buSzPts val="1700"/>
              <a:buFont typeface="Inter"/>
              <a:buChar char="●"/>
            </a:pPr>
            <a:r>
              <a:rPr lang="en" sz="1700">
                <a:solidFill>
                  <a:schemeClr val="lt1"/>
                </a:solidFill>
                <a:latin typeface="Inter"/>
                <a:ea typeface="Inter"/>
                <a:cs typeface="Inter"/>
                <a:sym typeface="Inter"/>
              </a:rPr>
              <a:t>Owners and the potential for Vehicle damage and soiling.</a:t>
            </a:r>
            <a:endParaRPr sz="1700">
              <a:solidFill>
                <a:schemeClr val="lt1"/>
              </a:solidFill>
              <a:latin typeface="Inter"/>
              <a:ea typeface="Inter"/>
              <a:cs typeface="Inter"/>
              <a:sym typeface="Inter"/>
            </a:endParaRPr>
          </a:p>
          <a:p>
            <a:pPr marL="457200" lvl="0" indent="-336550" algn="l" rtl="0">
              <a:lnSpc>
                <a:spcPct val="150000"/>
              </a:lnSpc>
              <a:spcBef>
                <a:spcPts val="0"/>
              </a:spcBef>
              <a:spcAft>
                <a:spcPts val="0"/>
              </a:spcAft>
              <a:buClr>
                <a:schemeClr val="lt1"/>
              </a:buClr>
              <a:buSzPts val="1700"/>
              <a:buFont typeface="Inter"/>
              <a:buChar char="●"/>
            </a:pPr>
            <a:r>
              <a:rPr lang="en" sz="1700">
                <a:solidFill>
                  <a:schemeClr val="lt1"/>
                </a:solidFill>
                <a:latin typeface="Inter"/>
                <a:ea typeface="Inter"/>
                <a:cs typeface="Inter"/>
                <a:sym typeface="Inter"/>
              </a:rPr>
              <a:t>Insurance </a:t>
            </a:r>
            <a:endParaRPr sz="1700">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Milestone Celebration">
  <a:themeElements>
    <a:clrScheme name="Simple Light">
      <a:dk1>
        <a:srgbClr val="FDFDF5"/>
      </a:dk1>
      <a:lt1>
        <a:srgbClr val="131313"/>
      </a:lt1>
      <a:dk2>
        <a:srgbClr val="E9DFFE"/>
      </a:dk2>
      <a:lt2>
        <a:srgbClr val="0A3E27"/>
      </a:lt2>
      <a:accent1>
        <a:srgbClr val="D0EEF9"/>
      </a:accent1>
      <a:accent2>
        <a:srgbClr val="A732FF"/>
      </a:accent2>
      <a:accent3>
        <a:srgbClr val="4D61F4"/>
      </a:accent3>
      <a:accent4>
        <a:srgbClr val="D7FF7C"/>
      </a:accent4>
      <a:accent5>
        <a:srgbClr val="999999"/>
      </a:accent5>
      <a:accent6>
        <a:srgbClr val="F6F5F1"/>
      </a:accent6>
      <a:hlink>
        <a:srgbClr val="2B0A8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993</Words>
  <Application>Microsoft Office PowerPoint</Application>
  <PresentationFormat>On-screen Show (16:9)</PresentationFormat>
  <Paragraphs>58</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Fredoka</vt:lpstr>
      <vt:lpstr>Fredoka SemiBold</vt:lpstr>
      <vt:lpstr>Arial</vt:lpstr>
      <vt:lpstr>Inter</vt:lpstr>
      <vt:lpstr>Fredoka Medium</vt:lpstr>
      <vt:lpstr>Milestone Celebration</vt:lpstr>
      <vt:lpstr>Normadica</vt:lpstr>
      <vt:lpstr>Table of Content</vt:lpstr>
      <vt:lpstr>Introduction</vt:lpstr>
      <vt:lpstr>Vision: An app that lets users easily schedule and manage self-driving car rides.  Scope: A prototype with booking updates, ride management and payment.</vt:lpstr>
      <vt:lpstr>Normadica makes electric car ownership useful by letting people earn money with their cars when they aren't using them. This gives riders more rides, shorter wait times, and possibly cheaper prices. It helps the business earn money through small fees or subscriptions and helps society by reducing traffic,encouraging electric car use, and  putting more money back into people’s pockets instead of big companies.</vt:lpstr>
      <vt:lpstr>Feasibility</vt:lpstr>
      <vt:lpstr>Software Development Methodology</vt:lpstr>
      <vt:lpstr>Proposed System functionalities</vt:lpstr>
      <vt:lpstr>Hardware and Software Requirements </vt:lpstr>
      <vt:lpstr>PowerPoint Presentation</vt:lpstr>
      <vt:lpstr>Use Case:</vt:lpstr>
      <vt:lpstr>Use Case and Actors </vt:lpstr>
      <vt:lpstr>Use Case Diagram:</vt:lpstr>
      <vt:lpstr>System Architecture</vt:lpstr>
      <vt:lpstr>Project Risks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Sophie Tony</dc:creator>
  <cp:lastModifiedBy>Tony Uduhirinwa, Sophie A</cp:lastModifiedBy>
  <cp:revision>1</cp:revision>
  <dcterms:modified xsi:type="dcterms:W3CDTF">2025-09-19T02:31:46Z</dcterms:modified>
</cp:coreProperties>
</file>